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10"/>
  </p:notesMasterIdLst>
  <p:sldIdLst>
    <p:sldId id="328" r:id="rId3"/>
    <p:sldId id="414" r:id="rId4"/>
    <p:sldId id="2147376974" r:id="rId5"/>
    <p:sldId id="1081" r:id="rId6"/>
    <p:sldId id="2147376975" r:id="rId7"/>
    <p:sldId id="2147376978" r:id="rId8"/>
    <p:sldId id="2147376977" r:id="rId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4296" userDrawn="1">
          <p15:clr>
            <a:srgbClr val="A4A3A4"/>
          </p15:clr>
        </p15:guide>
        <p15:guide id="2" pos="76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A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6B08CD-374D-E04C-8A43-CAFD10D80314}" v="31" dt="2026-03-25T10:14:07.108"/>
    <p1510:client id="{CE654974-A184-8348-84E7-A4496C26452E}" v="802" dt="2026-03-25T10:18:19.691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4296"/>
        <p:guide pos="7656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iraj Deva (U20250229)" userId="1bfc70be-6db3-433d-8910-65b515877310" providerId="ADAL" clId="{9C6BD602-6BEF-4605-B054-03A28DB05742}"/>
    <pc:docChg chg="undo custSel modSld">
      <pc:chgData name="Dhiraj Deva (U20250229)" userId="1bfc70be-6db3-433d-8910-65b515877310" providerId="ADAL" clId="{9C6BD602-6BEF-4605-B054-03A28DB05742}" dt="2026-03-25T10:14:07.106" v="30"/>
      <pc:docMkLst>
        <pc:docMk/>
      </pc:docMkLst>
      <pc:sldChg chg="addSp delSp modSp mod">
        <pc:chgData name="Dhiraj Deva (U20250229)" userId="1bfc70be-6db3-433d-8910-65b515877310" providerId="ADAL" clId="{9C6BD602-6BEF-4605-B054-03A28DB05742}" dt="2026-03-25T10:14:07.106" v="30"/>
        <pc:sldMkLst>
          <pc:docMk/>
          <pc:sldMk cId="587446469" sldId="1081"/>
        </pc:sldMkLst>
        <pc:spChg chg="del mod">
          <ac:chgData name="Dhiraj Deva (U20250229)" userId="1bfc70be-6db3-433d-8910-65b515877310" providerId="ADAL" clId="{9C6BD602-6BEF-4605-B054-03A28DB05742}" dt="2026-03-25T10:08:46.252" v="6" actId="478"/>
          <ac:spMkLst>
            <pc:docMk/>
            <pc:sldMk cId="587446469" sldId="1081"/>
            <ac:spMk id="5" creationId="{107908BC-ABF7-5B4E-FF83-91E5079CF070}"/>
          </ac:spMkLst>
        </pc:spChg>
        <pc:inkChg chg="add del">
          <ac:chgData name="Dhiraj Deva (U20250229)" userId="1bfc70be-6db3-433d-8910-65b515877310" providerId="ADAL" clId="{9C6BD602-6BEF-4605-B054-03A28DB05742}" dt="2026-03-25T10:08:02.242" v="1"/>
          <ac:inkMkLst>
            <pc:docMk/>
            <pc:sldMk cId="587446469" sldId="1081"/>
            <ac:inkMk id="6" creationId="{6FD43F15-8708-DC99-5603-AE40484F1E19}"/>
          </ac:inkMkLst>
        </pc:inkChg>
        <pc:inkChg chg="add">
          <ac:chgData name="Dhiraj Deva (U20250229)" userId="1bfc70be-6db3-433d-8910-65b515877310" providerId="ADAL" clId="{9C6BD602-6BEF-4605-B054-03A28DB05742}" dt="2026-03-25T10:08:52.620" v="7"/>
          <ac:inkMkLst>
            <pc:docMk/>
            <pc:sldMk cId="587446469" sldId="1081"/>
            <ac:inkMk id="7" creationId="{EAF4B1D7-A0DB-01DD-C3DA-9E0E88506A1C}"/>
          </ac:inkMkLst>
        </pc:inkChg>
        <pc:inkChg chg="add del">
          <ac:chgData name="Dhiraj Deva (U20250229)" userId="1bfc70be-6db3-433d-8910-65b515877310" providerId="ADAL" clId="{9C6BD602-6BEF-4605-B054-03A28DB05742}" dt="2026-03-25T10:10:38.519" v="10"/>
          <ac:inkMkLst>
            <pc:docMk/>
            <pc:sldMk cId="587446469" sldId="1081"/>
            <ac:inkMk id="8" creationId="{FDC63B18-4B5D-99FE-9A34-C1D5DFEFBCAA}"/>
          </ac:inkMkLst>
        </pc:inkChg>
        <pc:inkChg chg="add del">
          <ac:chgData name="Dhiraj Deva (U20250229)" userId="1bfc70be-6db3-433d-8910-65b515877310" providerId="ADAL" clId="{9C6BD602-6BEF-4605-B054-03A28DB05742}" dt="2026-03-25T10:10:38.519" v="10"/>
          <ac:inkMkLst>
            <pc:docMk/>
            <pc:sldMk cId="587446469" sldId="1081"/>
            <ac:inkMk id="9" creationId="{C0AA134E-736E-2735-AF51-F26C0F191113}"/>
          </ac:inkMkLst>
        </pc:inkChg>
        <pc:inkChg chg="add reco">
          <ac:chgData name="Dhiraj Deva (U20250229)" userId="1bfc70be-6db3-433d-8910-65b515877310" providerId="ADAL" clId="{9C6BD602-6BEF-4605-B054-03A28DB05742}" dt="2026-03-25T10:10:38.519" v="10"/>
          <ac:inkMkLst>
            <pc:docMk/>
            <pc:sldMk cId="587446469" sldId="1081"/>
            <ac:inkMk id="10" creationId="{85FE92B6-2B38-F656-6596-0C8228E7729D}"/>
          </ac:inkMkLst>
        </pc:inkChg>
        <pc:inkChg chg="add">
          <ac:chgData name="Dhiraj Deva (U20250229)" userId="1bfc70be-6db3-433d-8910-65b515877310" providerId="ADAL" clId="{9C6BD602-6BEF-4605-B054-03A28DB05742}" dt="2026-03-25T10:10:41.508" v="11"/>
          <ac:inkMkLst>
            <pc:docMk/>
            <pc:sldMk cId="587446469" sldId="1081"/>
            <ac:inkMk id="11" creationId="{60D98041-2E6A-5EE6-4DF9-E7034E6EC560}"/>
          </ac:inkMkLst>
        </pc:inkChg>
        <pc:inkChg chg="add">
          <ac:chgData name="Dhiraj Deva (U20250229)" userId="1bfc70be-6db3-433d-8910-65b515877310" providerId="ADAL" clId="{9C6BD602-6BEF-4605-B054-03A28DB05742}" dt="2026-03-25T10:10:42.743" v="12"/>
          <ac:inkMkLst>
            <pc:docMk/>
            <pc:sldMk cId="587446469" sldId="1081"/>
            <ac:inkMk id="13" creationId="{FEFB6F5E-D1A7-355A-827B-660D9C05B3FB}"/>
          </ac:inkMkLst>
        </pc:inkChg>
        <pc:inkChg chg="add">
          <ac:chgData name="Dhiraj Deva (U20250229)" userId="1bfc70be-6db3-433d-8910-65b515877310" providerId="ADAL" clId="{9C6BD602-6BEF-4605-B054-03A28DB05742}" dt="2026-03-25T10:11:11.405" v="13"/>
          <ac:inkMkLst>
            <pc:docMk/>
            <pc:sldMk cId="587446469" sldId="1081"/>
            <ac:inkMk id="14" creationId="{808C8CA4-8C9B-7B07-57CA-9BD8C67C5B13}"/>
          </ac:inkMkLst>
        </pc:inkChg>
        <pc:inkChg chg="add">
          <ac:chgData name="Dhiraj Deva (U20250229)" userId="1bfc70be-6db3-433d-8910-65b515877310" providerId="ADAL" clId="{9C6BD602-6BEF-4605-B054-03A28DB05742}" dt="2026-03-25T10:11:22.324" v="14"/>
          <ac:inkMkLst>
            <pc:docMk/>
            <pc:sldMk cId="587446469" sldId="1081"/>
            <ac:inkMk id="17" creationId="{FF65BE8F-715B-D536-A8A8-5818F0F5387B}"/>
          </ac:inkMkLst>
        </pc:inkChg>
        <pc:inkChg chg="add del">
          <ac:chgData name="Dhiraj Deva (U20250229)" userId="1bfc70be-6db3-433d-8910-65b515877310" providerId="ADAL" clId="{9C6BD602-6BEF-4605-B054-03A28DB05742}" dt="2026-03-25T10:12:12.479" v="19"/>
          <ac:inkMkLst>
            <pc:docMk/>
            <pc:sldMk cId="587446469" sldId="1081"/>
            <ac:inkMk id="18" creationId="{9703962D-ABF3-5640-0150-D54BFED652AC}"/>
          </ac:inkMkLst>
        </pc:inkChg>
        <pc:inkChg chg="add del">
          <ac:chgData name="Dhiraj Deva (U20250229)" userId="1bfc70be-6db3-433d-8910-65b515877310" providerId="ADAL" clId="{9C6BD602-6BEF-4605-B054-03A28DB05742}" dt="2026-03-25T10:12:12.479" v="19"/>
          <ac:inkMkLst>
            <pc:docMk/>
            <pc:sldMk cId="587446469" sldId="1081"/>
            <ac:inkMk id="19" creationId="{47EB0D1E-1608-EF4B-B156-F27703B45520}"/>
          </ac:inkMkLst>
        </pc:inkChg>
        <pc:inkChg chg="add del">
          <ac:chgData name="Dhiraj Deva (U20250229)" userId="1bfc70be-6db3-433d-8910-65b515877310" providerId="ADAL" clId="{9C6BD602-6BEF-4605-B054-03A28DB05742}" dt="2026-03-25T10:12:12.479" v="19"/>
          <ac:inkMkLst>
            <pc:docMk/>
            <pc:sldMk cId="587446469" sldId="1081"/>
            <ac:inkMk id="20" creationId="{C2C9340A-48DF-7D9B-45C8-6E62C0592C1F}"/>
          </ac:inkMkLst>
        </pc:inkChg>
        <pc:inkChg chg="add del">
          <ac:chgData name="Dhiraj Deva (U20250229)" userId="1bfc70be-6db3-433d-8910-65b515877310" providerId="ADAL" clId="{9C6BD602-6BEF-4605-B054-03A28DB05742}" dt="2026-03-25T10:12:12.479" v="19"/>
          <ac:inkMkLst>
            <pc:docMk/>
            <pc:sldMk cId="587446469" sldId="1081"/>
            <ac:inkMk id="21" creationId="{A0143991-26E4-E58E-3B53-2F3DDCF63051}"/>
          </ac:inkMkLst>
        </pc:inkChg>
        <pc:inkChg chg="add del reco">
          <ac:chgData name="Dhiraj Deva (U20250229)" userId="1bfc70be-6db3-433d-8910-65b515877310" providerId="ADAL" clId="{9C6BD602-6BEF-4605-B054-03A28DB05742}" dt="2026-03-25T10:12:33.085" v="22"/>
          <ac:inkMkLst>
            <pc:docMk/>
            <pc:sldMk cId="587446469" sldId="1081"/>
            <ac:inkMk id="22" creationId="{F41BAD5E-903E-347F-C168-D44CB9B45A85}"/>
          </ac:inkMkLst>
        </pc:inkChg>
        <pc:inkChg chg="add">
          <ac:chgData name="Dhiraj Deva (U20250229)" userId="1bfc70be-6db3-433d-8910-65b515877310" providerId="ADAL" clId="{9C6BD602-6BEF-4605-B054-03A28DB05742}" dt="2026-03-25T10:12:18.301" v="20"/>
          <ac:inkMkLst>
            <pc:docMk/>
            <pc:sldMk cId="587446469" sldId="1081"/>
            <ac:inkMk id="23" creationId="{2BAC92CD-329B-EC0E-8662-DE2F9CD932A2}"/>
          </ac:inkMkLst>
        </pc:inkChg>
        <pc:inkChg chg="add">
          <ac:chgData name="Dhiraj Deva (U20250229)" userId="1bfc70be-6db3-433d-8910-65b515877310" providerId="ADAL" clId="{9C6BD602-6BEF-4605-B054-03A28DB05742}" dt="2026-03-25T10:12:26.685" v="21"/>
          <ac:inkMkLst>
            <pc:docMk/>
            <pc:sldMk cId="587446469" sldId="1081"/>
            <ac:inkMk id="25" creationId="{7EF0B438-CCEF-1B08-A1DE-DE3CBB76DD23}"/>
          </ac:inkMkLst>
        </pc:inkChg>
        <pc:inkChg chg="add">
          <ac:chgData name="Dhiraj Deva (U20250229)" userId="1bfc70be-6db3-433d-8910-65b515877310" providerId="ADAL" clId="{9C6BD602-6BEF-4605-B054-03A28DB05742}" dt="2026-03-25T10:12:37.117" v="23"/>
          <ac:inkMkLst>
            <pc:docMk/>
            <pc:sldMk cId="587446469" sldId="1081"/>
            <ac:inkMk id="26" creationId="{F75D50DA-E257-F9E5-34B8-6B28D48C2E41}"/>
          </ac:inkMkLst>
        </pc:inkChg>
        <pc:inkChg chg="add del">
          <ac:chgData name="Dhiraj Deva (U20250229)" userId="1bfc70be-6db3-433d-8910-65b515877310" providerId="ADAL" clId="{9C6BD602-6BEF-4605-B054-03A28DB05742}" dt="2026-03-25T10:13:20.142" v="25"/>
          <ac:inkMkLst>
            <pc:docMk/>
            <pc:sldMk cId="587446469" sldId="1081"/>
            <ac:inkMk id="27" creationId="{C7A314BF-4802-23C1-F136-9C617F36D1F0}"/>
          </ac:inkMkLst>
        </pc:inkChg>
        <pc:inkChg chg="add">
          <ac:chgData name="Dhiraj Deva (U20250229)" userId="1bfc70be-6db3-433d-8910-65b515877310" providerId="ADAL" clId="{9C6BD602-6BEF-4605-B054-03A28DB05742}" dt="2026-03-25T10:13:46.708" v="26"/>
          <ac:inkMkLst>
            <pc:docMk/>
            <pc:sldMk cId="587446469" sldId="1081"/>
            <ac:inkMk id="28" creationId="{56D7A2F8-948A-A899-FE03-CBEA7AAFC433}"/>
          </ac:inkMkLst>
        </pc:inkChg>
        <pc:inkChg chg="add">
          <ac:chgData name="Dhiraj Deva (U20250229)" userId="1bfc70be-6db3-433d-8910-65b515877310" providerId="ADAL" clId="{9C6BD602-6BEF-4605-B054-03A28DB05742}" dt="2026-03-25T10:13:49.626" v="27"/>
          <ac:inkMkLst>
            <pc:docMk/>
            <pc:sldMk cId="587446469" sldId="1081"/>
            <ac:inkMk id="29" creationId="{B1684542-B2D8-29AB-2F60-4FB04CDAA2E4}"/>
          </ac:inkMkLst>
        </pc:inkChg>
        <pc:inkChg chg="add">
          <ac:chgData name="Dhiraj Deva (U20250229)" userId="1bfc70be-6db3-433d-8910-65b515877310" providerId="ADAL" clId="{9C6BD602-6BEF-4605-B054-03A28DB05742}" dt="2026-03-25T10:13:56.224" v="28"/>
          <ac:inkMkLst>
            <pc:docMk/>
            <pc:sldMk cId="587446469" sldId="1081"/>
            <ac:inkMk id="30" creationId="{67FBBEAC-31A0-C4F8-3E1B-5170B6BA431E}"/>
          </ac:inkMkLst>
        </pc:inkChg>
        <pc:inkChg chg="add">
          <ac:chgData name="Dhiraj Deva (U20250229)" userId="1bfc70be-6db3-433d-8910-65b515877310" providerId="ADAL" clId="{9C6BD602-6BEF-4605-B054-03A28DB05742}" dt="2026-03-25T10:14:04.858" v="29"/>
          <ac:inkMkLst>
            <pc:docMk/>
            <pc:sldMk cId="587446469" sldId="1081"/>
            <ac:inkMk id="31" creationId="{FAEB844A-23A2-925B-9323-39353EEE9A0D}"/>
          </ac:inkMkLst>
        </pc:inkChg>
        <pc:inkChg chg="add">
          <ac:chgData name="Dhiraj Deva (U20250229)" userId="1bfc70be-6db3-433d-8910-65b515877310" providerId="ADAL" clId="{9C6BD602-6BEF-4605-B054-03A28DB05742}" dt="2026-03-25T10:14:07.106" v="30"/>
          <ac:inkMkLst>
            <pc:docMk/>
            <pc:sldMk cId="587446469" sldId="1081"/>
            <ac:inkMk id="32" creationId="{FD866444-9FC8-569C-8F9E-91963FA10A61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0:08:52.61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98 239 12627,'-20'-2'0,"0"-2"0,0-3 0,7-9 0,2 3 0,2-4 0,5-3 0,10-2 0,8-3 0,3-1 0,10-1 0,2 10 0,-1 1 0,1 3 0,-3 8 0,-3-1 0,1 4 0,2 2 0,-4 2 0,-4 4 0,-7 8 0,-2 3 0,-2 5 0,-7 3 0,0 4 0,0 1 0,-3-5 0,-3 1 0,-7-4 0,-5-2 0,-2 0 0,0-2 0,0-5 0,0-6 0,0 1 0,1-1 0,-1-2 0,0-3 0,0-11 0,0-4 0,0-5 0,9-2 0,4 0 0,5 0 0,2 0 0,0 7 0,0 0 0,2-3 0,5-1 0,4 4 0,9-1 0,0 1 0,0 2 0,0 0 0,0 7 0,-1-3 0,1 2 0,0 3 0,0 2 0,0 2 0,0 5 0,-9 4 0,-4 9 0,-5 0 0,-2 0 0,0 6 0,0 1 0,0-3 0,0-2 0,-9-2 0,-4 0 0,-5 0 0,-2 0 0,7-7 0,0-2 0,-3-2 0,-2-5 0,5-1 0,0-3 0,-3 0 0,8-9 0,-1-5 0,2-3 0,1-3 0,-1 0 0,7 0 0,0 0 0,0 0 0,0 7 0,0 0 0,0-3 0,9-1 0,4-3 0,-2 9 0,2 4 0,3 5 0,-5 4 0,0 5 0,-2 6 0,0-2 0,-5 2 0,3 3 0,-1 1 0,-6 3 0,-9-2 0,-4-5 0,2-4 0,-2-9 0,-3 0 0,8 0 0,-1-9 0,9-2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0:10:37.20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61 199 12637,'-14'-7'0,"1"1"0,9-10 0,-3 3 0,5 2 0,4 0 0,2 0 0,3 0 0,9 6 0,-3-3 0,4-1 0,3 0 0,0-4 0,0 6 0,0 5 0,0 2 0,0 0 0,-3 9 0,-1 4 0,-3 5 0,-8 1 0,1 1 0,-4 0 0,-2 0 0,-6 0 0,-3 0 0,-2 0 0,-2-3 0,-5-1 0,3-5 0,1-2 0,1-3 0,-7-6 0,0 0 0,0-2 0,0-4 0,9-5 0,5-9 0,4 0 0,2 0 0,0 7 0,0-1 0,0-1 0,0-3 0,6 5 0,3 0 0,2-1 0,5 3 0,-1 0 0,0 7 0,-1-5 0,1-2 0,3 7 0,2-3 0,0 5 0,0 2 0,-3 2 0,-4 5 0,3-3 0,-7 9 0,2 3 0,-7 1 0,3 3 0,-5 0 0,-4 0 0,-5 0 0,-6 0 0,-5-7 0,-2-2 0,1-2 0,5-2 0,1-7 0,-2 0 0,-3 0 0,0-3 0,5-3 0,-3-5 0,10-9 0,1 0 0,3 0 0,2 0 0,0 0 0,0 0 0,2 1 0,5 1 0,4 2 0,0 3 0,7 2 0,-5-2 0,5 4 0,2 0 0,-7 7 0,0-5 0,3 5 0,-1 4 0,1 5 0,-5 6 0,-3 5 0,-1 2 0,-7 0 0,0 2 0,0 4 0,-2-4 0,-3 5 0,-3-5 0,-3-2 0,-1 0 0,-3 0 0,2-3 0,-3-3 0,-1 1 0,-3-8 0,0-1 0,0-6 0,0 0 0,7-9 0,2-4 0,2-4 0,2-3 0,7 0 0,0 0 0,0 0 0,0-6 0,3-1 0,3 3 0,5 2 0,0 2 0,7 6 0,-7 1 0,2 0 0,1 2 0,-1 2 0,7 9 0,-3 2 0,-3 5 0,1 4 0,-8 9 0,-3 0 0,-2 0 0,-2-1 0,0 8 0,0 0 0,0-3 0,-2-2 0,-2-2 0,-5 0 0,-2 0 0,4-9 0,-4-3 0,0-1 0,0 0 0,4-1 0,-6-6 0,7-6 0,-6-3 0,4-2 0,3-5 0,3-1 0,2-3 0,0 0 0,0 0 0,0 0 0,0 0 0,0 0 0,0 0 0,7 7 0,1 2 0,4 2 0,-6 3 0,5 8 0,-2 5 0,0-3 0,-5 9 0,3 3 0,0 1 0,-7 3 0,0 0 0,0-7 0,0 1 0,0 1 0,-3-6 0,-3-2 0,1-5 0,-8-2 0,6-2 0,-4-5 0,3-6 0,3-5 0,3-2 0,2 0 0,0 0 0,0 7 0,0 0 0,0-3 0,2 8 0,3-1 0,3 2 0,3 0 0,-4 1 0,6 6 0,-8 0 0,12 0 0,-6 0 0</inkml:trace>
  <inkml:trace contextRef="#ctx0" brushRef="#br0" timeOffset="782">120 199 12637,'-13'0'0,"0"0"0,-3 0 0,-1 0 0,-3 0 0,6 0 0,3-2 0,3-5 0,1 3 0,9-7 0,3 0 0,1 0 0,10 0 0,-3-5 0,5 5 0,1 2 0,4 0 0,1 5 0,2-3 0,1 1 0,-7 8 0,0 5 0,-9 4 0,-5 8 0,-3 1 0,-3 0 0,0 0 0,0 0 0,-7 0 0,0 0 0,-8-3 0,2-3 0,-5-5 0,-2-9 0,9 0 0,-7-9 0,7-2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0:10:41.50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98 120 12326,'-14'0'0,"1"0"0,-2 0 0,4 0 0,-3 0 0,3-2 0,-2-5 0,7 3 0,12-7 0,7 2 0,5-4 0,2 6 0,0 0 0,0-1 0,0 5 0,0-3 0,-1 4 0,1 2 0,0 0 0,-2 2 0,-5 4 0,3-1 0,-10 8 0,-1 2 0,-3 3 0,-4 2 0,-5 0 0,-4 0 0,-9-3 0,0-3 0,0-5 0,0-9 0,1 0 0,5 0 0,3-3 0,2-3 0,5-8 0,2-3 0,2-3 0,0 0 0,0 0 0,2 0 0,2 0 0,3 1 0,8 5 0,-1 3 0,3 2 0,3 3 0,-2 8 0,-5 5 0,3 4 0,-10 9 0,-1-1 0,-3 1 0,-2 7 0,0-1 0,0-1 0,0-3 0,-9 6 0,-4 1 0,-5-5 0,5 1 0,0-16 0,-3-1 0,-1 1 0,-3-2 0,0-7 0,0 0 0,7-9 0,-1-4 0,-1-5 0,6-4 0,2-2 0,5-3 0,2 3 0,0 2 0,0 2 0,0 0 0,0 0 0,9 2 0,4 3 0,5 4 0,2 2 0,0-4 0,0 6 0,0 3 0,-1 4 0,1 6 0,0 8 0,-9 3 0,-4 5 0,-5 3 0,-2 1 0,0 1 0,0-7 0,-2 0 0,-5-1 0,3-5 0,-9-1 0,-3 2 0,-2-6 0,-1-2 0,-1-5 0,0-2 0,6 0 0,1-2 0,-2-5 0,6 3 0,2-9 0,5-3 0,2-2 0,0-4 0,0-2 0,0-2 0,0 1 0,2 3 0,5 2 0,6 0 0,5 9 0,2 5 0,0 4 0,-3 4 0,-3 4 0,-6 5 0,-8 9 0,0 2 0,0 5 0,0-5 0,0 4 0,0-3 0,0-4 0,-6-5 0,-3-1 0,-2 2 0,4-6 0,-6-2 0,-2-5 0,3-2 0,1-2 0,3-5 0,1-4 0,5-6 0,-3 1 0,-1 3 0,-1 0 0,7-7 0,2 2 0,5 5 0,-3 6 0,10 14 0,-10 4 0,3 9 0,-5-7 0,-2 0 0,0-8 0,0 1 0,0-12 0,6-5 0,1-9 0,9 0 0,-5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0:11:11.40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99 140 12335,'-19'0'0,"-1"0"0,0-2 0,0-5 0,9 3 0,4-9 0,5 6 0,2-6 0,0 6 0,0-6 0,0-3 0,9 7 0,2 1 0,2 1 0,0 0 0,3 3 0,2 2 0,1 2 0,-5 0 0,-3 2 0,-2 5 0,-1-3 0,-3 9 0,1 3 0,1-5 0,-9 0 0,-3 0 0,-1 0 0,-3-4 0,2 4 0,-6-3 0,2-1 0,-2-7 0,-3 0 0,5 0 0,0-2 0,2-5 0,3-4 0,6-9 0,0 0 0,0 7 0,0 0 0,2 0 0,5 2 0,-5 0 0,7 6 0,0-2 0,4 3 0,-2 2 0,2 2 0,3 0 0,-8 9 0,-1 4 0,-5 5 0,-2 1 0,0 1 0,0 0 0,0 0 0,-2-2 0,-2-3 0,-5-1 0,-2 1 0,4-6 0,-6 0 0,-3 0 0,-1-7 0,-3 4 0,7-6 0,-1-6 0,10-5 0,-3-9 0,5 0 0,2 0 0,0 7 0,0 0 0,2-3 0,5-2 0,-3 1 0,7 1 0,0 5 0,0 2 0,-4 3 0,6 6 0,3 0 0,1 0 0,3 0 0,-9 9 0,-4 4 0,-5 4 0,-2 3 0,0 0 0,0 0 0,-2-2 0,-2-3 0,-5-4 0,-2-2 0,4 4 0,-6-6 0,-3-3 0,5-1 0,-2-3 0,6 0 0,-4-3 0,3-3 0,1-5 0,7-9 0,0 0 0,0 7 0,2 2 0,3 0 0,1 0 0,10 6 0,-3-1 0,-2 3 0,2 3 0,-2 3 0,3 3 0,-6 5 0,-8 9 0,-2-2 0,-2-3 0,-3-1 0,-2-10 0,3 3 0,-5-5 0,-9-2 0,9-9 0,4-4 0,5-5 0,2 5 0,0 0 0,2-1 0,2 1 0,3 0 0,9 6 0,-3-6 0,4 0 0,3-7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0:11:22.32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80 219 12313,'-2'-11'0,"-4"4"0,3-4 0,-3-2 0,1 4 0,1 0 0,-3 1 0,1 3 0,6-8 0,0-2 0,6 3 0,3 1 0,2 0 0,5 0 0,1 5 0,3-5 0,2 0 0,5 0 0,-5 6 0,4-1 0,-4 3 0,-2 3 0,0 0 0,0 0 0,0 0 0,0 0 0,-3 9 0,-1 4 0,-3 5 0,-8 2 0,1 0 0,-4 0 0,-2 0 0,0-7 0,-2 0 0,-2 3 0,-3 1 0,-8 3 0,1 0 0,-3-2 0,-3-5 0,-2 2 0,-2-8 0,-3 0 0,3 2 0,-1-7 0,1 4 0,-2-3 0,1-3 0,3 0 0,2-3 0,0-3 0,3 1 0,4-8 0,6-2 0,5-3 0,-5 5 0,0-1 0,3-1 0,2-3 0,4-2 0,5 0 0,6 1 0,-2-1 0,2 0 0,3 2 0,1 5 0,-3-3 0,-1 8 0,2-3 0,3 6 0,2-13 0,0 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0:12:18.29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133 398 13045,'25'-5'-1,"-11"-10"0,-4 10 1,5-10 0,-10-9 0,14 14 0,-19-19 0,0 14 0,0-14 0,0 19 0,0-10 0,-19 20 0,14 5 0,-10 10 0,-4 9 0,4 20 0,0-14 0,15-1 0,0-14 0,0 14 0,20-19 0,-10 10 0,19-20 0,-14 0 0,14 0 0,-14-20 0,14-9 0,-19 4 0,5-4 0,-10-1 0,-5-14 0,0 15 0,0 0 0,-5 14 0,-10-15 0,5 21 0,-19-6 0,14 10 0,-14 5 0,19 5 0,-10 5 0,6 9 0,-1 6 0,0-10 0,15 14 0,0 0 0,0 15 0,0-14 0,0-1 0,5-19 0,10 5 0,-5-10 0,19-5 0,0 0 0,15 0 0,-14-5 0,-6-10 0,-4-14 0,0 4 0,-11-4 0,6-6 0,0 11 0,-15-5 0,0-1 0,0-14 0,-5 5 0,-10 9 0,5-4 0,-19 19 0,14 1 0,-14 14 0,-1 0 0,-14 0 0,15 14 0,4 6 0,6 5 0,4-11 0,15 16 0,0-16 0,0 16 0,0 4 0,0-9 0,0 4 0,0-14 0,0 14 0,5-14 0,10 14 0,9-19 0,20 5 0,-14-10 0,-1-5 0,-14 0 0,14 0 0,-19-5 0,5-10 0,4-10 0,-4-19 0,0 15 0,-15 0 0,0-6 0,0 11 0,0-6 0,-15 16 0,0-16 0,-19 20 0,5-4 0,4 9 0,-4 5 0,14 0 0,-14 0 0,14 5 0,-10 9 0,6 16 0,4-6 0,15 6 0,0-1 0,0 15 0,0 0 0,0 0 0,0-14 0,0-1 0,0-14 0,5 9 0,10-4 0,-5-5 0,19-15 0,-14 0 0,14 0 0,-14 0 0,9-5 0,-4-10 0,-5 5 0,-11-14 0,6-1 0,5 1 0,0 9 0,-15-14 0,0-1 0,-5-14 0,-10 0 0,5 20 0,-19 9 0,19 5 0,-10 0 0,1-4 0,-6-1 0,-19 15 0,15 5 0,-1 5 0,-4 4 0,15 6 0,-1-5 0,0 14 0,15-4 0,-9 4 0,9 0 0,5 15 0,0-14 0,0-1 0,5 1 0,9 14 0,-4-20 0,20-9 0,-1-10 0,15-5 0,-14 0 0,-1 0 0,5 0 0,-14-5 0,-5-10 0,4 5 0,-4-19 0,0 0 0,-15-15 0,0 14 0,0 1 0,0 14 0,-5-9 0,-10 4 0,5 5 0,-19 15 0,14 0 0,-14 0 0,-1 0 0,-14 0 0,0 0 0,20 20 0,9 9 0,10-4 0,5 4 0,0-14 0,0 14 0,0-19 0,20 24 0,9-19 0,-5 0 0,6-15 0,-6-5 0,6-10 0,-6 5 0,-9-19 0,-10 14 0,10-14 0,-11 14 0,-4-14 0,0 14 0,0-14 0,-4 19 0,-11-5 0,5 10 0,-19 5 0,14 0 0,-14 0 0,19 5 0,-5 10 0,10-5 0,5 19 0,0-14 0,0 14 0,0-14 0,0 14 0,5-19 0,10 5 0,-5-10 0,19-5 0,-14 0 0,14 0 0,-14-5 0,14-10 0,-19 5 0,5-19 0,-10-1 0,-5-14 0,0 15 0,0 0 0,-5 4 0,-10-4 0,5 9 0,-19 20 0,14 0 0,-14 0 0,14 0 0,-14 0 0,19 5 0,-5 10 0,10 9 0,5 20 0,20-19 0,4-6 0,6-19 0,-1 0 0,-19 0 0,9-5 0,-19-9 0,0 9 0,-19-15 0,14 20 0,-15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0:12:26.68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310 485 13017,'-25'0'-54,"6"0"48,19 0 4,-20 0 2,15 0 0,-19 0 0,9 0 0,10 0 0,-15 0 0,20 0 0,0 0 0,20 0 0,-10 0 0,14-5 0,-4-9 0,-5 4 0,-15-19 0,0 14 0,0-15 0,0 1 0,0-15 0,0 15 0,0-1 0,0 20 0,-5-9 0,-10 19 0,10 0 0,-15 5 0,20 9 0,0 11 0,0 19 0,0 0 0,0 0 0,0-14 0,5-6 0,10-4 0,-10-1 0,15-9 0,-1 5 0,-9-1 0,19-14 0,-14 0 0,14 0 0,-19-4 0,5-11 0,-10-10 0,-5-19 0,0 0 0,0 0 0,0 0 0,0 0 0,0 14 0,0 1 0,-20 19 0,10-9 0,-19 19 0,19 5 0,-4 9 0,-6-4 0,5 19 0,1-14 0,14 15 0,0-1 0,0 15 0,0-15 0,4-4 0,11-5 0,-10-1 0,10-4 0,-5-10 0,4 9 0,-4-9 0,19-5 0,-14 0 0,15 0 0,-21-19 0,6-11 0,-10 6 0,-5-6 0,0 16 0,0-16 0,-5 6 0,-10-6 0,6-4 0,-21 19 0,6-4 0,-11 9 0,6-5 0,14 1 0,-14 14 0,14 0 0,-14 0 0,19 19 0,-5 11 0,10-6 0,5 6 0,0-16 0,0 16 0,0-16 0,0 16 0,5-20 0,10 4 0,9-9 0,21-5 0,-16 0 0,0 0 0,-4-19 0,4-11 0,6 6 0,-21-6 0,-4-4 0,-5 9 0,-5-4 0,0-5 0,0 9 0,0-4 0,-5 4 0,-10-4 0,-9-5 0,-20 19 0,14 0 0,1 15 0,14 0 0,-14 0 0,-5 0 0,9 5 0,-4 10 0,19-5 0,-5 19 0,10 0 0,5 16 0,0-16 0,0 0 0,0-14 0,0 14 0,5-4 0,10 4 0,-5 6 0,19-21 0,0 1 0,16-15 0,-16 0 0,0 0 0,-19-5 0,5-10 0,-10-14 0,0 5 0,9-6 0,-9 1 0,10-15 0,-15 14 0,-15 1 0,-4 14 0,-16-9 0,6 4 0,14 5 0,-14 15 0,-1 0 0,-14 0 0,15 0 0,0 0 0,4 20 0,-4 9 0,4-4 0,15 4 0,-4 6 0,-1-11 0,15 5 0,0 6 0,0-11 0,5 1 0,10-6 0,-11 1 0,16-10 0,0 4 0,-11 1 0,16-10 0,-5 10 0,14-10 0,-5 9 0,-4-9 0,-1-10 0,-4-9 0,-1 9 0,-9-15 0,5 1 0,0 9 0,-10-15 0,9 6 0,-9-16 0,10 6 0,-10 4 0,-5-4 0,-5 19 0,-10-4 0,5 9 0,-19 5 0,14 0 0,-14 0 0,14 0 0,-14 0 0,14 5 0,-14 9 0,19 11 0,-5 19 0,10-15 0,5 1 0,0-16 0,0 16 0,0-16 0,5 11 0,10-5 0,-10-1 0,14-9 0,1 5 0,-10-1 0,19-14 0,-14 0 0,14 0 0,-19-5 0,10-4 0,-1-6 0,-14-19 0,10 4 0,-10 6 0,-5-6 0,0-4 0,0 10 0,0-6 0,-5 6 0,-10-6 0,5-4 0,-19 19 0,14 1 0,-14 14 0,14 0 0,-14 0 0,14 4 0,-14 11 0,19-5 0,-5 19 0,5-4 0,1 9 0,-6-4 0,0-16 0,15 16 0,5-6 0,10 6 0,-10-6 0,9-9 0,11-10 0,4 9 0,-4-9 0,4-5 0,-14-14 0,14-1 0,-19-19 0,5 4 0,-10 6 0,-5-6 0,0 16 0,0-16 0,0 15 0,0-14 0,0 14 0,0-14 0,-20 19 0,10-9 0,-19 19 0,14 0 0,-14 0 0,19 0 0,-15 14 0,11 1 0,9 19 0,-15-9 0,20 19 0,0-20 0,20 16 0,4-36 0,20 16 0,1-20 0,-21 0 0,15 0 0,-34-5 0,10-10 0,-10 6 0,-5-21 0,0 20 0,-5-9 0,-5 14 0,-5-10 0,-4 10 0,4-9 0,5 9 0,-19 5 0,14 0 0,-9 5 0,4 9 0,0-9 0,11 15 0,-6-1 0,0-9 0,15 20 0,0-16 0,0 16 0,0-16 0,0 16 0,20-20 0,4 9 0,20-19 0,-14 0 0,-1 0 0,-19-19 0,10-6 0,-1 1 0,-14-16 0,10 11 0,-10-10 0,-5-5 0,0 14 0,-5 6 0,-10 4 0,5 1 0,-19 4 0,14 10 0,-14-10 0,14 10 0,-14 5 0,14 5 0,-14 10 0,19-5 0,-5 19 0,10-14 0,5 14 0,0 1 0,0 14 0,0-20 0,5 11 0,10-21 0,-5 1 0,19-15 0,-19 0 0,9 0 0,-19-5 0,0-10 0,0 11 0,0-16 0,-4 5 0,-11 1 0,10-1 0,-20 15 0,11 0 0,9 5 0,-10 9 0,10-9 0,5 20 0,0-10 0,0-6 0,0 21 0,0-20 0,0 14 0,0-9 0,20-10 0,-10 14 0,19-19 0,-19-19 0,24-6 0,-19-19 0,0 15 0,-15-1 0,0 16 0,0-16 0,-5 20 0,-10-4 0,5 9 0,-19 5 0,14 0 0,-14 0 0,14 0 0,-14 0 0,14 0 0,-15 0 0,16 14 0,-11 6 0,6 5 0,4-11 0,15 16 0,0-16 0,0 16 0,0-16 0,0 16 0,0-1 0,0 15 0,20-19 0,4-6 0,15-23 0,-4-6 0,-6-5 0,-19-19 0,4 4 0,-4 6 0,0-6 0,5-4 0,-1 10 0,-14-6 0,0 16 0,0-16 0,0 20 0,-19-9 0,-11 19 0,6 0 0,-5 0 0,14 0 0,-15 0 0,16 14 0,-11 6 0,6 5 0,4-11 0,15 16 0,0-16 0,0 16 0,0-1 0,0 15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0:12:37.11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221 265 13710,'24'-20'0,"-4"15"0,0-14 0,-16-1 0,16 10 0,-15-14 0,10 4 0,-10 5 0,14-4 0,-19 14 0,0-15 0,-19 20 0,9 0 0,-20 0 0,16 0 0,-16 0 0,21 20 0,-6 9 0,5-4 0,-5 4 0,10-14 0,-9 14 0,9-14 0,5 14 0,5-19 0,9 5 0,-9-10 0,20-5 0,-10 0 0,-11-20 0,11-9 0,-10 4 0,-5-4 0,0 14 0,0-14 0,0 14 0,0-14 0,-20 19 0,11-10 0,-21 20 0,16 0 0,-16 0 0,20 0 0,-14 5 0,9 10 0,10-5 0,-9 19 0,9 0 0,5 16 0,0-16 0,0 0 0,0-19 0,0 10 0,5-20 0,9 0 0,-9 0 0,15-5 0,-20-10 0,0 5 0,0-19 0,-5 19 0,-10-5 0,5 11 0,-19 4 0,14 0 0,-14 0 0,19 0 0,-10 4 0,20 11 0,0-5 0,0 19 0,0-14 0,0 14 0,0-14 0,0 15 0,5-16 0,10 16 0,-10-21 0,19 11 0,-9-20 0,-5 0 0,14-5 0,-4-10 0,-5 6 0,-15-21 0,5 16 0,9-16 0,-9 1 0,10-15 0,-10 14 0,-5 1 0,0 14 0,-5-9 0,-10 4 0,10 5 0,-19 15 0,9 0 0,5 0 0,-19 0 0,19 0 0,-9 5 0,19 10 0,0-5 0,0 19 0,0-14 0,0 14 0,0-14 0,0 14 0,19-19 0,6 10 0,4-20 0,0 0 0,-14 0 0,15 0 0,-21-20 0,6-9 0,-10 4 0,-5-4 0,0-1 0,0-14 0,0 15 0,0 0 0,-5 19 0,-5-10 0,-4 1 0,-6 14 0,5-10 0,5 10 0,-19 5 0,19 0 0,-14 0 0,9 0 0,10 5 0,-10 10 0,11-6 0,4 21 0,0-15 0,0 14 0,0-14 0,0 14 0,4-14 0,11 14 0,-5-19 0,19 5 0,-19-10 0,29-5 0,-14 0 0,-1 0 0,16 0 0,-36-5 0,11-10 0,-10 5 0,-5-19 0,0 14 0,0-14 0,-20 19 0,11-10 0,-21 20 0,16 0 0,-16 0 0,20 0 0,-9 0 0,14 0 0,-10 0 0,10 20 0,-14-10 0,19 19 0,0-14 0,5 9 0,9-4 0,-4-1 0,19-4 0,-14-10 0,15 10 0,-16-10 0,16-5 0,-16 0 0,16 0 0,-16-15 0,16 0 0,-16-14 0,16 14 0,-20-19 0,9 9 0,-19-19 0,0 20 0,0-15 0,-5 34 0,-9-10 0,9 10 0,-34 5 0,34 5 0,-10 10 0,10-6 0,5 21 0,0-15 0,0 14 0,0-14 0,0 14 0,0-19 0,0 14 0,0-9 0,0-10 0,0 15 0,0-20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0:13:46.705"/>
    </inkml:context>
    <inkml:brush xml:id="br0">
      <inkml:brushProperty name="width" value="0.08" units="cm"/>
      <inkml:brushProperty name="height" value="0.08" units="cm"/>
      <inkml:brushProperty name="color" value="#E71224"/>
    </inkml:brush>
  </inkml:definitions>
  <inkml:trace contextRef="#ctx0" brushRef="#br0">173 212 14983,'23'0'-220,"1"0"63,-17 0 111,9 0 1,-16-3 15,0-9 1,0 4-13,0-16 12,0 1 19,0-12 0,0 11-67,0 1 46,0 15 27,0-8 5,0 16 0,4 0 0,8 0 0,-4 0 0,15 0 0,1 0 0,11 0 0,0 0 0,0 0 0,-11-4 0,-1-8 0,-11 8 0,12-7 0,-16 7 0,3 4 0,-22 0 0,-13 0 0,4 4 0,-3 4 0,-4 3 0,7 13 0,0-9 0,1 1 0,-1 0 0,12 11 0,-7-7 0,-1-1 0,12 1 0,-8-8 0,8 7 0,4 17 0,0-17 0,4-3 0,8-16 0,-8-4 0,12-8 0,-1-11 0,-11 3 0,8-3 0,-8-5 0,-4-3 0,0-4 0,0-1 0,-12 13 0,-4 3 0,-3 5 0,-9 7 0,9 4 0,-5 4 0,-3 0 0,-4 0 0,-5 15 0,1 9 0,4 7 0,7 5 0,-3-1 0,15 0 0,4-3 0,20-9 0,7-7 0,17-16 0,-1 0 0,0 0 0,1 0 0,-1 0 0,0-4 0,0-8 0,-3 4 0,-5-11 0,-7-1 0,-5 0 0,9 9 0,-8-9 0,3 4 0,-11-11 0,-8 23 0,-23-8 0,-9 8 0,9 16 0,3 4 0,0-1 0,1 1 0,-5 12 0,-11-5 0,12-3 0,-1 3 0,12-3 0,-7 7 0,3-3 0,4-16 0,16 7 0,8-15 0,-4 0 0,15 0 0,-15-4 0,4-7 0,-8 3 0,-4-16 0,0 16 0,-4-7 0,-8 15 0,4 0 0,-15 0 0,15 4 0,-4 7 0,8-7 0,4 12 0,16-16 0,4 0 0,15-16 0,0-3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0:13:49.62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278 173 13954,'20'-15'0,"-4"11"0,-16-12 0,-16 16 0,-8 0 0,5-12 0,-5 1 0,1-1 0,-12 12 0,15 0 0,-11 0 0,27 4 0,-8 8 0,24-9 0,11 9 0,-3-8 0,3-4 0,1 0 0,11 0 0,-15-4 0,-9-8 0,9 9 0,-20-17 0,0 8 0,-4 8 0,-19-7 0,-5 7 0,9 15 0,-5 1 0,1 0 0,3 4 0,-8-9 0,13 17 0,-1 3 0,0 5 0,-7-9 0,11 1 0,4 3 0,4 5 0,4-9 0,0 1 0,0 3 0,4-11 0,8-5 0,12-7 0,-5-4 0,5 0 0,-1-4 0,-3-7 0,-1 3 0,-11-16 0,4-3 0,0-4 0,-12-5 0,0 1 0,0 11 0,0 1 0,0-4 0,-4 11 0,-4 0 0,-4 0 0,-15 13 0,3-9 0,-7 12 0,-4 12 0,15-5 0,8 17 0,8-12 0,4 11 0,4-15 0,8 4 0,12-8 0,-5-4 0,5 0 0,-1-4 0,13-8 0,-17 4 0,-7-15 0,-8-1 0,-4 1 0,-4 3 0,-8 4 0,-7 9 0,-17 18 0,1 13 0,11 3 0,5 1 0,3-5 0,8 5 0,-7-9 0,3 5 0,4 3 0,8-11 0,12-4 0,11-8 0,5-8 0,-1-4 0,-3-8 0,3-3 0,5-5 0,-1-11 0,-4-1 0,-3 1 0,-16 12 0,3-1 0,-7-3 0,-4-5 0,-15 13 0,-9 7 0,-7 12 0,-4 12 0,3-4 0,5 15 0,3 5 0,1 3 0,-13 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0:13:56.22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208 107 13793,'-20'3'0,"8"9"0,9-8 0,3 16 0,-4-12 0,-8 3 0,8 5 0,-8-4 0,8-4 0,4 15 0,-4-11 0,-7 11 0,7-15 0,-12 8 0,28-20 0,-1-8 0,13 4 0,-8-15 0,3-5 0,-11 9 0,4-5 0,-8-3 0,-4 7 0,0-3 0,0-1 0,0 5 0,-4 3 0,-8 16 0,8 16 0,-8 7 0,9-3 0,3 3 0,0 5 0,0-9 0,3 1 0,9-4 0,-4-5 0,16-11 0,3 0 0,-7 0 0,-1-4 0,-3-7 0,7 3 0,-11-16 0,-4-3 0,8-4 0,-5-5 0,-3 5 0,-20 7 0,-7 9 0,-16 15 0,-1 0 0,1 15 0,0 9 0,0 7 0,15 5 0,4-1 0,1 0 0,11-11 0,-8-1 0,8 5 0,8-13 0,8-3 0,7-8 0,17-4 0,-13 0 0,-3-4 0,-5-8 0,-3-7 0,-12-17 0,0 1 0,0 12 0,0-1 0,0-3 0,-16 11 0,-7 4 0,3 8 0,-3 4 0,-5 0 0,9 4 0,-1 8 0,4 11 0,9 9 0,-9 3 0,4 0 0,4 1 0,4-1 0,4 0 0,0 0 0,0 1 0,16-17 0,4-3 0,3-4 0,1 0 0,-1-1 0,13-15 0,-1-7 0,-4-9 0,-3-15 0,-5-1 0,-15 1 0,4 0 0,-8 0 0,-4-1 0,0 13 0,0-1 0,0-3 0,-16-1 0,-8 5 0,-7 11 0,8 8 0,-1 4 0,1 4 0,3 8 0,-11 8 0,11 15 0,-4 0 0,1 0 0,15 1 0,-4-1 0,8 0 0,4 0 0,0-11 0,0-1 0,0 5 0,16-12 0,8-5 0,7-7 0,4-4 0,-3-4 0,-5-3 0,-3-9 0,3-4 0,0-3 0,1-9 0,-9 5 0,-3 3 0,-4 1 0,-12-12 0,0-1 0,0 13 0,-4 3 0,-8 5 0,-7-9 0,-17 12 0,1 4 0,0 5 0,0 14 0,-1 5 0,1 4 0,11-9 0,5 13 0,3 3 0,-7-7 0,11 3 0,4 5 0,8-13 0,12-3 0,7 4 0,17-4 0,-1-4 0,0-8 0,1-8 0,-1-4 0,-12-4 0,1 4 0,-5-7 0,5-16 0,-8 11 0,-16 1 0,-4 15 0,-8-4 0,-12 8 0,-3 8 0,0 4 0,3 4 0,12 3 0,-7-3 0,3 12 0,4-5 0,12 5 0,0-13 0,4 9 0,8-4 0,-4-5 0,15-11 0,5 0 0,3 0 0,4 0 0,-3-3 0,-9-9 0,-7-8 0,-16-15 0,-4 0 0,-8-1 0,4 17 0,-15 7 0,-5 8 0,9 4 0,-5 0 0,13 4 0,-13 8 0,16 7 0,-4 17 0,9-13 0,3 1 0,3-17 0,9 5 0,8-8 0,15-4 0,-15-4 0,-5-4 0,1-3 0,-12-17 0,8 5 0,-8-9 0,-4 9 0,0-1 0,-4 5 0,-8-5 0,-8 9 0,-11 18 0,7 9 0,-3-4 0,15 16 0,1 3 0,-5 4 0,12 5 0,-8-1 0,8 0 0,4 0 0,4-15 0,8-8 0,11-8 0,-3-4 0,0-4 0,-5-8 0,-3-8 0,-12-15 0,0 0 0,0 0 0,0 11 0,-4 4 0,-8 5 0,5 3 0,-17 12 0,-3 0 0,7 0 0,0 4 0,5 8 0,3-4 0,12 15 0,-16-15 0,-3 8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0:14:04.85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283 141 13793,'-16'20'0,"12"-1"0,-8-7 0,4-8 0,-3 8 0,7-8 0,-12-4 0,16 0 0,0-4 0,0-8 0,0 4 0,0-15 0,0 11 0,0-11 0,0 11 0,0-12 0,0 12 0,0-11 0,0 11 0,0-11 0,0 15 0,-4-8 0,-8 16 0,5 0 0,-17 0 0,4 4 0,-3 8 0,7 7 0,16 17 0,0-13 0,0 1 0,4-5 0,8 5 0,-4-8 0,15-16 0,1 0 0,-5-4 0,-7-8 0,-8 4 0,-4-15 0,-16 15 0,-7-4 0,3 8 0,-3 4 0,-5 0 0,13 4 0,-1 4 0,0 4 0,12 15 0,-7-4 0,7-3 0,4 4 0,4-17 0,7 5 0,13-8 0,-5-4 0,5 0 0,3 0 0,-7-4 0,4-8 0,-17-7 0,5-16 0,-8-1 0,-4 1 0,0 15 0,-4 5 0,-8 19 0,-11 7 0,7 9 0,1 11 0,3-3 0,0-5 0,0 1 0,12 11 0,0 0 0,0 1 0,0-13 0,0 1 0,0 3 0,4-11 0,8-4 0,-4-8 0,15-4 0,5 0 0,-13-16 0,-3-8 0,-8-7 0,-4-4 0,0-1 0,0 1 0,-4 4 0,-8 7 0,5 9 0,-17 15 0,16 3 0,-4 9 0,9 12 0,-1-1 0,-4 9 0,-4 7 0,4 0 0,4 0 0,4-3 0,0-1 0,0-12 0,4-3 0,8-4 0,-4-5 0,15-11 0,-3-4 0,3-7 0,-7-13 0,0-7 0,-12-4 0,7-1 0,-7 1 0,-4 0 0,0-1 0,0 1 0,-15 4 0,-9 7 0,-7 9 0,-4 15 0,-1 0 0,13 11 0,3 5 0,4 4 0,9 7 0,-9 4 0,4 5 0,4-1 0,4 0 0,8 1 0,8-1 0,-4-12 0,15-3 0,5-4 0,3-5 0,5-11 0,-5-4 0,-8-7 0,9 3 0,-13-16 0,5-3 0,-1-4 0,-15-5 0,4 1 0,-8 0 0,-4-1 0,0 13 0,0-1 0,0-3 0,-4-1 0,-8 5 0,-11 11 0,-9 8 0,-3 8 0,0 8 0,11 8 0,5 15 0,-1 0 0,0 0 0,13 1 0,-5-1 0,8 4 0,4 8 0,0-19 0,0 7 0,0-4 0,4-15 0,8-4 0,11-8 0,9-8 0,3-8 0,0-12 0,-11-7 0,-5-4 0,-3 0 0,-8-1 0,7 1 0,-3 0 0,-4 3 0,-20 9 0,4 7 0,-15 16 0,-5 0 0,-3 0 0,0 4 0,3 8 0,5 11 0,15-7 0,-23 15 0,11-11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0:14:07.10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142 107 13793,'35'-16'0,"-12"12"0,1-8 0,-5 12 0,5 12 0,3-4 0,-15 15 0,0 1 0,-8-5 0,8-7 0,-5-8 0,17-4 0,-16-4 0,4-8 0,3 5 0,-3-17 0,0 12 0,-12-11 0,-16 15 0,-7-4 0,-9 8 0,-3 4 0,0 12 0,-1 0 0,17 3 0,7-3 0,8-8 0,8 12 0,8-16 0,7 0 0,17 0 0,-17 4 0,-7 7 0,-8-7 0,-8 12 0,-8-16 0,4 0 0,-15 0 0,11 0 0,-11 0 0,15 4 0,-4 8 0,8 7 0,4 17 0,0-1 0,0 0 0,0 0 0,0 1 0,4-17 0,8-7 0,3-12 0,13-12 0,-8-11 0,-5-9 0,-3-3 0,-12 0 0,0 0 0,0-1 0,0 1 0,0 0 0,0 0 0,-4 3 0,-4 5 0,-7 7 0,-5 4 0,-4 5 0,-11 15 0,0 7 0,0 13 0,3 11 0,5 12 0,3 8 0,-3 0 0,11 12 0,4-13 0,8 1 0,4-8 0,0-7 0,4-9 0,8-8 0,12-7 0,19-20 0,4-8 0,-4-11 0,-4-20 0,-4-8 0,-3 0 0,-9 0 0,5-8 0,-17 12 0,-3 4 0,-4 4 0,-4 4 0,0-1 0,0 1 0,-4 15 0,-7 9 0,-13 7 0,-7 15 0,-5 5 0,5 8 0,8 15 0,-5-4 0,12 12 0,1-8 0,-1-3 0,4-13 0,12 1 0,0 3 0,4-11 0,8-4 0,-4-12 0,15-12 0,-15-8 0,4-15 0,-12 15 0,-12 9 0,-11 7 0,-9 4 0,-3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19EBC9-4C04-BC79-9BF5-06A827A23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24A10-3B21-4329-8EBD-3D9B474A1B57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906DAE-530A-F648-CB30-B4223575A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5A904-A7F3-6045-7609-02A7838F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8A4A-C8BD-45F9-8C3E-DB63944B8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961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2423139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19EBC9-4C04-BC79-9BF5-06A827A23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24A10-3B21-4329-8EBD-3D9B474A1B57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906DAE-530A-F648-CB30-B4223575A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5A904-A7F3-6045-7609-02A7838F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8A4A-C8BD-45F9-8C3E-DB63944B8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308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8D18A-0C17-0E76-2D5C-8C5064E82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F788D-DC28-B58E-5E7B-FF4F4C376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E229F-3673-E809-FDD0-EECC32124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F3B8D-C596-F041-B86B-C56D5DD04D1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0214A-15D4-0FDF-57FF-60FC93437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9187D-6838-B0DF-0D31-376597BBE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D5EB2-AC1A-9B4D-8CED-42693A9E5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679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1778000" y="5245100"/>
            <a:ext cx="20828000" cy="464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2058771" y="7900055"/>
            <a:ext cx="7567437" cy="158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9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4" r:id="rId2"/>
  </p:sldLayoutIdLst>
  <p:transition spd="med"/>
  <p:txStyles>
    <p:titleStyle>
      <a:lvl1pPr marL="0" marR="0" indent="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none" spc="0" baseline="0">
          <a:ln>
            <a:noFill/>
          </a:ln>
          <a:solidFill>
            <a:srgbClr val="80BBC4"/>
          </a:solidFill>
          <a:uFillTx/>
          <a:latin typeface="Open Sans"/>
          <a:ea typeface="Open Sans"/>
          <a:cs typeface="Open Sans"/>
          <a:sym typeface="Open Sans"/>
        </a:defRPr>
      </a:lvl1pPr>
      <a:lvl2pPr marL="0" marR="0" indent="2286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none" spc="0" baseline="0">
          <a:ln>
            <a:noFill/>
          </a:ln>
          <a:solidFill>
            <a:srgbClr val="80BBC4"/>
          </a:solidFill>
          <a:uFillTx/>
          <a:latin typeface="Open Sans"/>
          <a:ea typeface="Open Sans"/>
          <a:cs typeface="Open Sans"/>
          <a:sym typeface="Open Sans"/>
        </a:defRPr>
      </a:lvl2pPr>
      <a:lvl3pPr marL="0" marR="0" indent="4572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none" spc="0" baseline="0">
          <a:ln>
            <a:noFill/>
          </a:ln>
          <a:solidFill>
            <a:srgbClr val="80BBC4"/>
          </a:solidFill>
          <a:uFillTx/>
          <a:latin typeface="Open Sans"/>
          <a:ea typeface="Open Sans"/>
          <a:cs typeface="Open Sans"/>
          <a:sym typeface="Open Sans"/>
        </a:defRPr>
      </a:lvl3pPr>
      <a:lvl4pPr marL="0" marR="0" indent="6858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none" spc="0" baseline="0">
          <a:ln>
            <a:noFill/>
          </a:ln>
          <a:solidFill>
            <a:srgbClr val="80BBC4"/>
          </a:solidFill>
          <a:uFillTx/>
          <a:latin typeface="Open Sans"/>
          <a:ea typeface="Open Sans"/>
          <a:cs typeface="Open Sans"/>
          <a:sym typeface="Open Sans"/>
        </a:defRPr>
      </a:lvl4pPr>
      <a:lvl5pPr marL="0" marR="0" indent="9144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none" spc="0" baseline="0">
          <a:ln>
            <a:noFill/>
          </a:ln>
          <a:solidFill>
            <a:srgbClr val="80BBC4"/>
          </a:solidFill>
          <a:uFillTx/>
          <a:latin typeface="Open Sans"/>
          <a:ea typeface="Open Sans"/>
          <a:cs typeface="Open Sans"/>
          <a:sym typeface="Open Sans"/>
        </a:defRPr>
      </a:lvl5pPr>
      <a:lvl6pPr marL="0" marR="0" indent="11430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none" spc="0" baseline="0">
          <a:ln>
            <a:noFill/>
          </a:ln>
          <a:solidFill>
            <a:srgbClr val="80BBC4"/>
          </a:solidFill>
          <a:uFillTx/>
          <a:latin typeface="Open Sans"/>
          <a:ea typeface="Open Sans"/>
          <a:cs typeface="Open Sans"/>
          <a:sym typeface="Open Sans"/>
        </a:defRPr>
      </a:lvl6pPr>
      <a:lvl7pPr marL="0" marR="0" indent="13716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none" spc="0" baseline="0">
          <a:ln>
            <a:noFill/>
          </a:ln>
          <a:solidFill>
            <a:srgbClr val="80BBC4"/>
          </a:solidFill>
          <a:uFillTx/>
          <a:latin typeface="Open Sans"/>
          <a:ea typeface="Open Sans"/>
          <a:cs typeface="Open Sans"/>
          <a:sym typeface="Open Sans"/>
        </a:defRPr>
      </a:lvl7pPr>
      <a:lvl8pPr marL="0" marR="0" indent="16002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none" spc="0" baseline="0">
          <a:ln>
            <a:noFill/>
          </a:ln>
          <a:solidFill>
            <a:srgbClr val="80BBC4"/>
          </a:solidFill>
          <a:uFillTx/>
          <a:latin typeface="Open Sans"/>
          <a:ea typeface="Open Sans"/>
          <a:cs typeface="Open Sans"/>
          <a:sym typeface="Open Sans"/>
        </a:defRPr>
      </a:lvl8pPr>
      <a:lvl9pPr marL="0" marR="0" indent="18288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none" spc="0" baseline="0">
          <a:ln>
            <a:noFill/>
          </a:ln>
          <a:solidFill>
            <a:srgbClr val="80BBC4"/>
          </a:solidFill>
          <a:uFillTx/>
          <a:latin typeface="Open Sans"/>
          <a:ea typeface="Open Sans"/>
          <a:cs typeface="Open Sans"/>
          <a:sym typeface="Open Sans"/>
        </a:defRPr>
      </a:lvl9pPr>
    </p:titleStyle>
    <p:body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1778000" y="5245100"/>
            <a:ext cx="20828000" cy="464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2058771" y="7900055"/>
            <a:ext cx="7567437" cy="158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9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521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</p:sldLayoutIdLst>
  <p:transition spd="med"/>
  <p:txStyles>
    <p:titleStyle>
      <a:lvl1pPr marL="0" marR="0" indent="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none" spc="0" baseline="0">
          <a:ln>
            <a:noFill/>
          </a:ln>
          <a:solidFill>
            <a:srgbClr val="80BBC4"/>
          </a:solidFill>
          <a:uFillTx/>
          <a:latin typeface="Open Sans"/>
          <a:ea typeface="Open Sans"/>
          <a:cs typeface="Open Sans"/>
          <a:sym typeface="Open Sans"/>
        </a:defRPr>
      </a:lvl1pPr>
      <a:lvl2pPr marL="0" marR="0" indent="2286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none" spc="0" baseline="0">
          <a:ln>
            <a:noFill/>
          </a:ln>
          <a:solidFill>
            <a:srgbClr val="80BBC4"/>
          </a:solidFill>
          <a:uFillTx/>
          <a:latin typeface="Open Sans"/>
          <a:ea typeface="Open Sans"/>
          <a:cs typeface="Open Sans"/>
          <a:sym typeface="Open Sans"/>
        </a:defRPr>
      </a:lvl2pPr>
      <a:lvl3pPr marL="0" marR="0" indent="4572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none" spc="0" baseline="0">
          <a:ln>
            <a:noFill/>
          </a:ln>
          <a:solidFill>
            <a:srgbClr val="80BBC4"/>
          </a:solidFill>
          <a:uFillTx/>
          <a:latin typeface="Open Sans"/>
          <a:ea typeface="Open Sans"/>
          <a:cs typeface="Open Sans"/>
          <a:sym typeface="Open Sans"/>
        </a:defRPr>
      </a:lvl3pPr>
      <a:lvl4pPr marL="0" marR="0" indent="6858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none" spc="0" baseline="0">
          <a:ln>
            <a:noFill/>
          </a:ln>
          <a:solidFill>
            <a:srgbClr val="80BBC4"/>
          </a:solidFill>
          <a:uFillTx/>
          <a:latin typeface="Open Sans"/>
          <a:ea typeface="Open Sans"/>
          <a:cs typeface="Open Sans"/>
          <a:sym typeface="Open Sans"/>
        </a:defRPr>
      </a:lvl4pPr>
      <a:lvl5pPr marL="0" marR="0" indent="9144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none" spc="0" baseline="0">
          <a:ln>
            <a:noFill/>
          </a:ln>
          <a:solidFill>
            <a:srgbClr val="80BBC4"/>
          </a:solidFill>
          <a:uFillTx/>
          <a:latin typeface="Open Sans"/>
          <a:ea typeface="Open Sans"/>
          <a:cs typeface="Open Sans"/>
          <a:sym typeface="Open Sans"/>
        </a:defRPr>
      </a:lvl5pPr>
      <a:lvl6pPr marL="0" marR="0" indent="11430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none" spc="0" baseline="0">
          <a:ln>
            <a:noFill/>
          </a:ln>
          <a:solidFill>
            <a:srgbClr val="80BBC4"/>
          </a:solidFill>
          <a:uFillTx/>
          <a:latin typeface="Open Sans"/>
          <a:ea typeface="Open Sans"/>
          <a:cs typeface="Open Sans"/>
          <a:sym typeface="Open Sans"/>
        </a:defRPr>
      </a:lvl6pPr>
      <a:lvl7pPr marL="0" marR="0" indent="13716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none" spc="0" baseline="0">
          <a:ln>
            <a:noFill/>
          </a:ln>
          <a:solidFill>
            <a:srgbClr val="80BBC4"/>
          </a:solidFill>
          <a:uFillTx/>
          <a:latin typeface="Open Sans"/>
          <a:ea typeface="Open Sans"/>
          <a:cs typeface="Open Sans"/>
          <a:sym typeface="Open Sans"/>
        </a:defRPr>
      </a:lvl7pPr>
      <a:lvl8pPr marL="0" marR="0" indent="16002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none" spc="0" baseline="0">
          <a:ln>
            <a:noFill/>
          </a:ln>
          <a:solidFill>
            <a:srgbClr val="80BBC4"/>
          </a:solidFill>
          <a:uFillTx/>
          <a:latin typeface="Open Sans"/>
          <a:ea typeface="Open Sans"/>
          <a:cs typeface="Open Sans"/>
          <a:sym typeface="Open Sans"/>
        </a:defRPr>
      </a:lvl8pPr>
      <a:lvl9pPr marL="0" marR="0" indent="18288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none" spc="0" baseline="0">
          <a:ln>
            <a:noFill/>
          </a:ln>
          <a:solidFill>
            <a:srgbClr val="80BBC4"/>
          </a:solidFill>
          <a:uFillTx/>
          <a:latin typeface="Open Sans"/>
          <a:ea typeface="Open Sans"/>
          <a:cs typeface="Open Sans"/>
          <a:sym typeface="Open Sans"/>
        </a:defRPr>
      </a:lvl9pPr>
    </p:titleStyle>
    <p:body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esignkit.org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9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image" Target="../media/image4.png"/><Relationship Id="rId21" Type="http://schemas.openxmlformats.org/officeDocument/2006/relationships/image" Target="../media/image13.png"/><Relationship Id="rId7" Type="http://schemas.openxmlformats.org/officeDocument/2006/relationships/image" Target="../media/image6.png"/><Relationship Id="rId12" Type="http://schemas.openxmlformats.org/officeDocument/2006/relationships/customXml" Target="../ink/ink6.xml"/><Relationship Id="rId17" Type="http://schemas.openxmlformats.org/officeDocument/2006/relationships/image" Target="../media/image11.png"/><Relationship Id="rId25" Type="http://schemas.openxmlformats.org/officeDocument/2006/relationships/image" Target="../media/image15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3.xml"/><Relationship Id="rId11" Type="http://schemas.openxmlformats.org/officeDocument/2006/relationships/image" Target="../media/image8.png"/><Relationship Id="rId24" Type="http://schemas.openxmlformats.org/officeDocument/2006/relationships/customXml" Target="../ink/ink12.xml"/><Relationship Id="rId5" Type="http://schemas.openxmlformats.org/officeDocument/2006/relationships/image" Target="../media/image5.png"/><Relationship Id="rId15" Type="http://schemas.openxmlformats.org/officeDocument/2006/relationships/image" Target="../media/image10.png"/><Relationship Id="rId23" Type="http://schemas.openxmlformats.org/officeDocument/2006/relationships/image" Target="../media/image14.png"/><Relationship Id="rId10" Type="http://schemas.openxmlformats.org/officeDocument/2006/relationships/customXml" Target="../ink/ink5.xml"/><Relationship Id="rId19" Type="http://schemas.openxmlformats.org/officeDocument/2006/relationships/image" Target="../media/image12.png"/><Relationship Id="rId4" Type="http://schemas.openxmlformats.org/officeDocument/2006/relationships/customXml" Target="../ink/ink2.xml"/><Relationship Id="rId9" Type="http://schemas.openxmlformats.org/officeDocument/2006/relationships/image" Target="../media/image7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01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Shape 21"/>
          <p:cNvSpPr>
            <a:spLocks noGrp="1"/>
          </p:cNvSpPr>
          <p:nvPr>
            <p:ph type="ctrTitle" idx="4294967295"/>
          </p:nvPr>
        </p:nvSpPr>
        <p:spPr>
          <a:xfrm>
            <a:off x="1778000" y="4152362"/>
            <a:ext cx="17973040" cy="2108130"/>
          </a:xfrm>
          <a:prstGeom prst="rect">
            <a:avLst/>
          </a:prstGeom>
        </p:spPr>
        <p:txBody>
          <a:bodyPr lIns="50800" tIns="50800" rIns="50800" bIns="50800" anchor="t">
            <a:noAutofit/>
          </a:bodyPr>
          <a:lstStyle>
            <a:lvl1pPr>
              <a:defRPr sz="11000">
                <a:solidFill>
                  <a:srgbClr val="86E9E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/>
              <a:t>Brainstorming and dot voting</a:t>
            </a:r>
            <a:endParaRPr/>
          </a:p>
        </p:txBody>
      </p:sp>
      <p:sp>
        <p:nvSpPr>
          <p:cNvPr id="22" name="Shape 22"/>
          <p:cNvSpPr/>
          <p:nvPr/>
        </p:nvSpPr>
        <p:spPr>
          <a:xfrm>
            <a:off x="1778000" y="8360022"/>
            <a:ext cx="9059105" cy="10013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/>
          <a:lstStyle>
            <a:lvl1pPr algn="l">
              <a:defRPr sz="3200" b="1" spc="96">
                <a:solidFill>
                  <a:srgbClr val="CBCBC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200" b="1" i="0" u="none" strike="noStrike" kern="0" cap="none" spc="96" normalizeH="0" baseline="0" noProof="0">
              <a:ln>
                <a:noFill/>
              </a:ln>
              <a:solidFill>
                <a:srgbClr val="CBCBCB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Shape 23"/>
          <p:cNvSpPr/>
          <p:nvPr/>
        </p:nvSpPr>
        <p:spPr>
          <a:xfrm>
            <a:off x="1854200" y="7500346"/>
            <a:ext cx="9059105" cy="10013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t"/>
          <a:lstStyle>
            <a:lvl1pPr algn="l">
              <a:defRPr sz="2800">
                <a:solidFill>
                  <a:srgbClr val="CBCBC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/>
            </a:pPr>
            <a:r>
              <a:rPr kumimoji="0" lang="en-US" sz="6000" b="1" i="0" u="none" strike="noStrike" kern="0" cap="none" spc="0" normalizeH="0" baseline="0" noProof="0">
                <a:ln>
                  <a:noFill/>
                </a:ln>
                <a:solidFill>
                  <a:srgbClr val="CBCBCB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WEEK – </a:t>
            </a:r>
            <a:r>
              <a:rPr lang="en-US" sz="6000" b="1"/>
              <a:t>11, </a:t>
            </a:r>
            <a:r>
              <a:rPr kumimoji="0" lang="en-US" sz="6000" b="1" i="0" u="none" strike="noStrike" kern="0" cap="none" spc="0" normalizeH="0" baseline="0" noProof="0">
                <a:ln>
                  <a:noFill/>
                </a:ln>
                <a:solidFill>
                  <a:srgbClr val="CBCBCB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Lecture</a:t>
            </a:r>
            <a:endParaRPr kumimoji="0" sz="6000" b="1" i="0" u="none" strike="noStrike" kern="0" cap="none" spc="0" normalizeH="0" baseline="0" noProof="0">
              <a:ln>
                <a:noFill/>
              </a:ln>
              <a:solidFill>
                <a:srgbClr val="CBCBCB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4" name="PU_White_Pri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355" y="9732909"/>
            <a:ext cx="7221186" cy="326504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86453-2B9D-B34F-9339-1A477E66E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>
            <a:extLst>
              <a:ext uri="{FF2B5EF4-FFF2-40B4-BE49-F238E27FC236}">
                <a16:creationId xmlns:a16="http://schemas.microsoft.com/office/drawing/2014/main" id="{4D6BBC8C-A58D-DDFD-4ECE-1F4C4CF2C74C}"/>
              </a:ext>
            </a:extLst>
          </p:cNvPr>
          <p:cNvSpPr/>
          <p:nvPr/>
        </p:nvSpPr>
        <p:spPr>
          <a:xfrm>
            <a:off x="1871168" y="1478435"/>
            <a:ext cx="19840516" cy="2108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t"/>
          <a:lstStyle>
            <a:lvl1pPr algn="l">
              <a:defRPr sz="8000">
                <a:solidFill>
                  <a:srgbClr val="008A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/>
              <a:t>Refined Problem Statement </a:t>
            </a:r>
          </a:p>
        </p:txBody>
      </p:sp>
      <p:sp>
        <p:nvSpPr>
          <p:cNvPr id="2" name="Shape 32">
            <a:extLst>
              <a:ext uri="{FF2B5EF4-FFF2-40B4-BE49-F238E27FC236}">
                <a16:creationId xmlns:a16="http://schemas.microsoft.com/office/drawing/2014/main" id="{44B6A114-7BFE-66A0-623D-F73B9B1824AA}"/>
              </a:ext>
            </a:extLst>
          </p:cNvPr>
          <p:cNvSpPr/>
          <p:nvPr/>
        </p:nvSpPr>
        <p:spPr>
          <a:xfrm>
            <a:off x="1871730" y="3562308"/>
            <a:ext cx="20570321" cy="3392378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3865" tIns="33865" rIns="33865" bIns="33865" anchor="t">
            <a:spAutoFit/>
          </a:bodyPr>
          <a:lstStyle/>
          <a:p>
            <a:pPr algn="l"/>
            <a:r>
              <a:rPr lang="en-IN" sz="5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might we solve the lack of a centralized Makerspace platform by creating an integrated hub for students and staff to access tools and availability, to improve accessibility, engagement, and usage insights.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493FE9-163D-F34F-3D17-E6B94934F7B8}"/>
              </a:ext>
            </a:extLst>
          </p:cNvPr>
          <p:cNvSpPr txBox="1"/>
          <p:nvPr/>
        </p:nvSpPr>
        <p:spPr>
          <a:xfrm>
            <a:off x="1626201" y="12331304"/>
            <a:ext cx="8011461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457200" lvl="1" algn="l"/>
            <a:endParaRPr lang="en-US" sz="2400">
              <a:latin typeface="Arial"/>
              <a:cs typeface="Arial"/>
            </a:endParaRPr>
          </a:p>
          <a:p>
            <a:pPr algn="l"/>
            <a:r>
              <a:rPr lang="en-US" sz="1800" b="1">
                <a:latin typeface="Aptos"/>
              </a:rPr>
              <a:t>Source:</a:t>
            </a:r>
            <a:r>
              <a:rPr lang="en-US" sz="1800">
                <a:latin typeface="Aptos"/>
              </a:rPr>
              <a:t> </a:t>
            </a:r>
            <a:r>
              <a:rPr lang="en-US" sz="1800">
                <a:latin typeface="Aptos"/>
                <a:hlinkClick r:id="rId2"/>
              </a:rPr>
              <a:t>IDEO Design Kit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32861786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12A660-C041-D055-0AB8-77955461C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>
            <a:extLst>
              <a:ext uri="{FF2B5EF4-FFF2-40B4-BE49-F238E27FC236}">
                <a16:creationId xmlns:a16="http://schemas.microsoft.com/office/drawing/2014/main" id="{F0FEF97A-5E26-112C-9C4F-589B5C47FDEC}"/>
              </a:ext>
            </a:extLst>
          </p:cNvPr>
          <p:cNvSpPr/>
          <p:nvPr/>
        </p:nvSpPr>
        <p:spPr>
          <a:xfrm>
            <a:off x="1670522" y="1306453"/>
            <a:ext cx="19840516" cy="2108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t"/>
          <a:lstStyle>
            <a:lvl1pPr algn="l">
              <a:defRPr sz="8000">
                <a:solidFill>
                  <a:srgbClr val="008A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/>
              <a:t>Brainstorming solutions</a:t>
            </a:r>
          </a:p>
        </p:txBody>
      </p:sp>
      <p:sp>
        <p:nvSpPr>
          <p:cNvPr id="2" name="Shape 32">
            <a:extLst>
              <a:ext uri="{FF2B5EF4-FFF2-40B4-BE49-F238E27FC236}">
                <a16:creationId xmlns:a16="http://schemas.microsoft.com/office/drawing/2014/main" id="{8CEF7286-81BF-191F-5C40-D3884BB1967B}"/>
              </a:ext>
            </a:extLst>
          </p:cNvPr>
          <p:cNvSpPr/>
          <p:nvPr/>
        </p:nvSpPr>
        <p:spPr>
          <a:xfrm>
            <a:off x="1670522" y="3408496"/>
            <a:ext cx="21440937" cy="9701798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3865" tIns="33865" rIns="33865" bIns="33865" anchor="t">
            <a:spAutoFit/>
          </a:bodyPr>
          <a:lstStyle/>
          <a:p>
            <a:pPr marL="857250" indent="-857250" algn="l" defTabSz="550332">
              <a:spcBef>
                <a:spcPts val="1200"/>
              </a:spcBef>
              <a:spcAft>
                <a:spcPts val="1200"/>
              </a:spcAft>
              <a:buFont typeface="Arial"/>
              <a:buChar char="•"/>
              <a:defRPr sz="3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5400">
                <a:solidFill>
                  <a:srgbClr val="222222"/>
                </a:solidFill>
                <a:latin typeface="Arial"/>
                <a:ea typeface="Calibri"/>
                <a:cs typeface="Arial"/>
              </a:rPr>
              <a:t>List all probable ideas for the identified problem </a:t>
            </a:r>
          </a:p>
          <a:p>
            <a:pPr marL="857250" indent="-857250" algn="l" defTabSz="550332">
              <a:spcBef>
                <a:spcPts val="1200"/>
              </a:spcBef>
              <a:spcAft>
                <a:spcPts val="1200"/>
              </a:spcAft>
              <a:buFont typeface="Arial"/>
              <a:buChar char="•"/>
              <a:defRPr sz="3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5400">
                <a:solidFill>
                  <a:srgbClr val="222222"/>
                </a:solidFill>
                <a:latin typeface="Arial"/>
                <a:ea typeface="Calibri"/>
                <a:cs typeface="Arial"/>
              </a:rPr>
              <a:t>Each member must give at least 2 ideas</a:t>
            </a:r>
          </a:p>
          <a:p>
            <a:pPr marL="857250" indent="-857250" algn="l" defTabSz="550332">
              <a:spcBef>
                <a:spcPts val="1200"/>
              </a:spcBef>
              <a:spcAft>
                <a:spcPts val="1200"/>
              </a:spcAft>
              <a:buFont typeface="Arial"/>
              <a:buChar char="•"/>
              <a:defRPr sz="3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5400">
                <a:solidFill>
                  <a:srgbClr val="222222"/>
                </a:solidFill>
                <a:latin typeface="Arial"/>
                <a:ea typeface="Calibri"/>
                <a:cs typeface="Arial"/>
              </a:rPr>
              <a:t>Participate in a dot voting exercise to identify the most promising ideas.</a:t>
            </a:r>
            <a:endParaRPr lang="en-US"/>
          </a:p>
          <a:p>
            <a:pPr marL="857250" indent="-857250" algn="l" defTabSz="550332">
              <a:spcBef>
                <a:spcPts val="1200"/>
              </a:spcBef>
              <a:spcAft>
                <a:spcPts val="1200"/>
              </a:spcAft>
              <a:buFont typeface="Arial"/>
              <a:buChar char="•"/>
              <a:defRPr sz="3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5400">
                <a:solidFill>
                  <a:srgbClr val="222222"/>
                </a:solidFill>
                <a:latin typeface="Arial"/>
                <a:ea typeface="Calibri"/>
                <a:cs typeface="Arial"/>
              </a:rPr>
              <a:t>Select and prioritize your top 3 ideas based on the highest votes.</a:t>
            </a:r>
          </a:p>
          <a:p>
            <a:pPr algn="l" defTabSz="550332">
              <a:spcBef>
                <a:spcPts val="1200"/>
              </a:spcBef>
              <a:spcAft>
                <a:spcPts val="1200"/>
              </a:spcAft>
              <a:defRPr sz="3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5400">
              <a:solidFill>
                <a:srgbClr val="222222"/>
              </a:solidFill>
              <a:latin typeface="Arial"/>
              <a:ea typeface="Calibri"/>
              <a:cs typeface="Arial"/>
            </a:endParaRPr>
          </a:p>
          <a:p>
            <a:pPr marL="857250" indent="-857250" algn="l" defTabSz="550332">
              <a:spcBef>
                <a:spcPts val="1200"/>
              </a:spcBef>
              <a:spcAft>
                <a:spcPts val="1200"/>
              </a:spcAft>
              <a:buFont typeface="Arial"/>
              <a:buChar char="•"/>
              <a:defRPr sz="3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5400">
              <a:ea typeface="Calibri"/>
            </a:endParaRPr>
          </a:p>
          <a:p>
            <a:pPr marL="857250" indent="-857250" algn="l" defTabSz="550332">
              <a:spcBef>
                <a:spcPts val="1200"/>
              </a:spcBef>
              <a:spcAft>
                <a:spcPts val="1200"/>
              </a:spcAft>
              <a:buFont typeface="Arial"/>
              <a:buChar char="•"/>
              <a:defRPr sz="3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5400">
              <a:ea typeface="Calibri"/>
            </a:endParaRPr>
          </a:p>
          <a:p>
            <a:pPr marL="857250" indent="-857250" algn="l" defTabSz="550332">
              <a:spcBef>
                <a:spcPts val="1200"/>
              </a:spcBef>
              <a:spcAft>
                <a:spcPts val="1200"/>
              </a:spcAft>
              <a:buFont typeface="Arial"/>
              <a:buChar char="•"/>
              <a:defRPr sz="3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5400"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298202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A8242-2356-E5A1-1847-E79F2E69A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1115" y="656111"/>
            <a:ext cx="21282454" cy="2651126"/>
          </a:xfrm>
        </p:spPr>
        <p:txBody>
          <a:bodyPr lIns="50800" tIns="50800" rIns="50800" bIns="50800" anchor="t">
            <a:noAutofit/>
          </a:bodyPr>
          <a:lstStyle>
            <a:defPPr>
              <a:defRPr lang="en-US"/>
            </a:defPPr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/>
              <a:t>Discuss and dot vote on the most important and feasible ideas. (Each sticky note should have list of at least 2 solutions from each team member)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93AFE7-2BA3-DCF1-F2EA-B9D4B27D7DB4}"/>
              </a:ext>
            </a:extLst>
          </p:cNvPr>
          <p:cNvSpPr/>
          <p:nvPr/>
        </p:nvSpPr>
        <p:spPr>
          <a:xfrm>
            <a:off x="872140" y="3489516"/>
            <a:ext cx="6616196" cy="3928124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91440" rIns="182880" bIns="91440" rtlCol="0" anchor="ctr"/>
          <a:lstStyle>
            <a:defPPr>
              <a:defRPr lang="en-US"/>
            </a:defPPr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Dhiraj</a:t>
            </a:r>
          </a:p>
          <a:p>
            <a:pPr marL="571500" indent="-571500">
              <a:buFont typeface="Arial"/>
              <a:buChar char="•"/>
            </a:pPr>
            <a:r>
              <a:rPr lang="en-US"/>
              <a:t>MS Forms to book instruments</a:t>
            </a:r>
          </a:p>
          <a:p>
            <a:pPr marL="571500" indent="-57150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Whatsapp</a:t>
            </a:r>
            <a:r>
              <a:rPr lang="en-US">
                <a:ea typeface="+mn-lt"/>
                <a:cs typeface="+mn-lt"/>
              </a:rPr>
              <a:t> or Excel to book</a:t>
            </a:r>
            <a:endParaRPr lang="en-US"/>
          </a:p>
          <a:p>
            <a:endParaRPr lang="en-US">
              <a:ea typeface="+mn-lt"/>
              <a:cs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F4DC22-4041-287D-322F-CF28FFE67512}"/>
              </a:ext>
            </a:extLst>
          </p:cNvPr>
          <p:cNvSpPr/>
          <p:nvPr/>
        </p:nvSpPr>
        <p:spPr>
          <a:xfrm>
            <a:off x="8082116" y="3521830"/>
            <a:ext cx="6902472" cy="380014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91440" rIns="182880" bIns="91440" rtlCol="0" anchor="ctr"/>
          <a:lstStyle>
            <a:defPPr>
              <a:defRPr lang="en-US"/>
            </a:defPPr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Mauryan</a:t>
            </a:r>
            <a:endParaRPr lang="en-US">
              <a:latin typeface="Arial"/>
              <a:cs typeface="Arial"/>
            </a:endParaRPr>
          </a:p>
          <a:p>
            <a:pPr marL="571500" indent="-571500">
              <a:buFont typeface="Arial,Sans-Serif"/>
              <a:buChar char="•"/>
            </a:pPr>
            <a:r>
              <a:rPr lang="en-US">
                <a:latin typeface="Arial"/>
                <a:ea typeface="+mn-lt"/>
                <a:cs typeface="Arial"/>
              </a:rPr>
              <a:t>In house updatable chart system</a:t>
            </a:r>
          </a:p>
          <a:p>
            <a:pPr marL="571500" indent="-571500">
              <a:buFont typeface="Arial,Sans-Serif"/>
              <a:buChar char="•"/>
            </a:pPr>
            <a:r>
              <a:rPr lang="en-US">
                <a:latin typeface="Arial"/>
                <a:ea typeface="+mn-lt"/>
                <a:cs typeface="Arial"/>
              </a:rPr>
              <a:t>Automated Inventory Shelf(shelves with weight sensors/IR sensors to detect when items are removed)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8D86C6-3394-E03B-E36F-777E1A11F602}"/>
              </a:ext>
            </a:extLst>
          </p:cNvPr>
          <p:cNvSpPr/>
          <p:nvPr/>
        </p:nvSpPr>
        <p:spPr>
          <a:xfrm>
            <a:off x="15568345" y="3521831"/>
            <a:ext cx="7120758" cy="3859286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91440" rIns="182880" bIns="91440" rtlCol="0" anchor="ctr"/>
          <a:lstStyle>
            <a:defPPr>
              <a:defRPr lang="en-US"/>
            </a:defPPr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Suryaansh</a:t>
            </a:r>
          </a:p>
          <a:p>
            <a:pPr marL="571500" indent="-571500">
              <a:buFont typeface="Arial,Sans-Serif"/>
              <a:buChar char="•"/>
            </a:pPr>
            <a:r>
              <a:rPr lang="en-US">
                <a:latin typeface="Arial"/>
                <a:cs typeface="Arial"/>
              </a:rPr>
              <a:t>Creating a web-app to display information </a:t>
            </a:r>
          </a:p>
          <a:p>
            <a:pPr marL="571500" indent="-571500">
              <a:buFont typeface="Arial,Sans-Serif"/>
              <a:buChar char="•"/>
            </a:pPr>
            <a:r>
              <a:rPr lang="en-US">
                <a:latin typeface="Arial"/>
                <a:cs typeface="Arial"/>
              </a:rPr>
              <a:t>Machine status </a:t>
            </a:r>
          </a:p>
          <a:p>
            <a:pPr marL="571500" indent="-571500">
              <a:buFont typeface="Arial,Sans-Serif"/>
              <a:buChar char="•"/>
            </a:pPr>
            <a:r>
              <a:rPr lang="en-US">
                <a:latin typeface="Arial"/>
                <a:cs typeface="Arial"/>
              </a:rPr>
              <a:t>Training modules for students to be able to access instruments without a supervisor</a:t>
            </a:r>
          </a:p>
          <a:p>
            <a:pPr marL="571500" indent="-571500">
              <a:buFont typeface="Arial,Sans-Serif"/>
              <a:buChar char="•"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9F532E-C441-DCAD-49AA-B1191541C39B}"/>
              </a:ext>
            </a:extLst>
          </p:cNvPr>
          <p:cNvSpPr/>
          <p:nvPr/>
        </p:nvSpPr>
        <p:spPr>
          <a:xfrm>
            <a:off x="8082117" y="8399867"/>
            <a:ext cx="6888390" cy="3859286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91440" rIns="182880" bIns="91440" rtlCol="0" anchor="ctr"/>
          <a:lstStyle>
            <a:defPPr>
              <a:defRPr lang="en-US"/>
            </a:defPPr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Priyanka</a:t>
            </a:r>
          </a:p>
          <a:p>
            <a:pPr marL="571500" indent="-571500">
              <a:buFont typeface="Arial,Sans-Serif"/>
              <a:buChar char="•"/>
            </a:pPr>
            <a:r>
              <a:rPr lang="en-US">
                <a:latin typeface="Arial"/>
                <a:cs typeface="Arial"/>
              </a:rPr>
              <a:t>Create a physical logbook</a:t>
            </a:r>
          </a:p>
          <a:p>
            <a:pPr marL="571500" indent="-571500">
              <a:buFont typeface="Arial,Sans-Serif"/>
              <a:buChar char="•"/>
            </a:pPr>
            <a:r>
              <a:rPr lang="en-US">
                <a:latin typeface="Arial"/>
                <a:cs typeface="Arial"/>
              </a:rPr>
              <a:t>Slot Machine – select a material, gives a slip and show that slip.</a:t>
            </a:r>
          </a:p>
          <a:p>
            <a:pPr marL="571500" indent="-571500">
              <a:buFont typeface="Arial,Sans-Serif"/>
              <a:buChar char="•"/>
            </a:pPr>
            <a:r>
              <a:rPr lang="en-US">
                <a:latin typeface="Arial"/>
                <a:cs typeface="Arial"/>
              </a:rPr>
              <a:t>WhatsApp </a:t>
            </a:r>
            <a:r>
              <a:rPr lang="en-US" err="1">
                <a:latin typeface="Arial"/>
                <a:cs typeface="Arial"/>
              </a:rPr>
              <a:t>ChatBot</a:t>
            </a:r>
            <a:r>
              <a:rPr lang="en-US">
                <a:latin typeface="Arial"/>
                <a:cs typeface="Arial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46391F-695E-D6B9-2CD1-A1BE96787DCE}"/>
              </a:ext>
            </a:extLst>
          </p:cNvPr>
          <p:cNvSpPr/>
          <p:nvPr/>
        </p:nvSpPr>
        <p:spPr>
          <a:xfrm>
            <a:off x="15568343" y="8365113"/>
            <a:ext cx="7120758" cy="3859286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91440" rIns="182880" bIns="91440" rtlCol="0" anchor="ctr"/>
          <a:lstStyle>
            <a:defPPr>
              <a:defRPr lang="en-US"/>
            </a:defPPr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Tanvi</a:t>
            </a:r>
            <a:endParaRPr lang="en-US" b="1">
              <a:solidFill>
                <a:srgbClr val="FFFFFF"/>
              </a:solidFill>
            </a:endParaRPr>
          </a:p>
          <a:p>
            <a:pPr marL="571500" indent="-571500">
              <a:buFont typeface="Arial,Sans-Serif"/>
              <a:buChar char="•"/>
            </a:pPr>
            <a:r>
              <a:rPr lang="en-US">
                <a:latin typeface="Arial"/>
                <a:cs typeface="Arial"/>
              </a:rPr>
              <a:t>Face Scan for verification, usage of instruments after booking</a:t>
            </a:r>
          </a:p>
          <a:p>
            <a:pPr marL="571500" indent="-571500">
              <a:buFont typeface="Arial,Sans-Serif"/>
              <a:buChar char="•"/>
            </a:pPr>
            <a:r>
              <a:rPr lang="en-US">
                <a:latin typeface="Arial"/>
                <a:cs typeface="Arial"/>
              </a:rPr>
              <a:t>QR code inventory system </a:t>
            </a:r>
          </a:p>
          <a:p>
            <a:pPr marL="571500" indent="-571500">
              <a:buFont typeface="Arial,Sans-Serif"/>
              <a:buChar char="•"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4F33665-420C-238E-DC1E-B3ACF03A107D}"/>
              </a:ext>
            </a:extLst>
          </p:cNvPr>
          <p:cNvSpPr/>
          <p:nvPr/>
        </p:nvSpPr>
        <p:spPr>
          <a:xfrm>
            <a:off x="6086039" y="10096280"/>
            <a:ext cx="613130" cy="4911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72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4EF76DC-A8AF-4018-D079-6EC5C58D96C3}"/>
              </a:ext>
            </a:extLst>
          </p:cNvPr>
          <p:cNvSpPr/>
          <p:nvPr/>
        </p:nvSpPr>
        <p:spPr>
          <a:xfrm>
            <a:off x="872140" y="8365115"/>
            <a:ext cx="6616196" cy="3859286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91440" rIns="182880" bIns="91440" rtlCol="0" anchor="ctr"/>
          <a:lstStyle>
            <a:defPPr>
              <a:defRPr lang="en-US"/>
            </a:defPPr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Harshil</a:t>
            </a:r>
          </a:p>
          <a:p>
            <a:pPr marL="571500" indent="-571500">
              <a:buFont typeface="Arial,Sans-Serif"/>
              <a:buChar char="•"/>
            </a:pPr>
            <a:r>
              <a:rPr lang="en-US">
                <a:latin typeface="Arial"/>
                <a:cs typeface="Arial"/>
              </a:rPr>
              <a:t>Create a database of all the materials</a:t>
            </a:r>
          </a:p>
          <a:p>
            <a:pPr marL="571500" indent="-571500">
              <a:buFont typeface="Arial,Sans-Serif"/>
              <a:buChar char="•"/>
            </a:pPr>
            <a:r>
              <a:rPr lang="en-US">
                <a:latin typeface="Arial"/>
                <a:cs typeface="Arial"/>
              </a:rPr>
              <a:t>ID system for booking machines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AF4B1D7-A0DB-01DD-C3DA-9E0E88506A1C}"/>
                  </a:ext>
                </a:extLst>
              </p14:cNvPr>
              <p14:cNvContentPartPr/>
              <p14:nvPr/>
            </p14:nvContentPartPr>
            <p14:xfrm>
              <a:off x="18896046" y="4315680"/>
              <a:ext cx="114120" cy="1292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AF4B1D7-A0DB-01DD-C3DA-9E0E88506A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885246" y="4304880"/>
                <a:ext cx="13536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5FE92B6-2B38-F656-6596-0C8228E7729D}"/>
                  </a:ext>
                </a:extLst>
              </p14:cNvPr>
              <p14:cNvContentPartPr/>
              <p14:nvPr/>
            </p14:nvContentPartPr>
            <p14:xfrm>
              <a:off x="19195786" y="4322990"/>
              <a:ext cx="114840" cy="1148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5FE92B6-2B38-F656-6596-0C8228E7729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184986" y="4312190"/>
                <a:ext cx="13608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0D98041-2E6A-5EE6-4DF9-E7034E6EC560}"/>
                  </a:ext>
                </a:extLst>
              </p14:cNvPr>
              <p14:cNvContentPartPr/>
              <p14:nvPr/>
            </p14:nvContentPartPr>
            <p14:xfrm>
              <a:off x="3729600" y="10213330"/>
              <a:ext cx="92520" cy="1148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0D98041-2E6A-5EE6-4DF9-E7034E6EC56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18800" y="10202530"/>
                <a:ext cx="11376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08C8CA4-8C9B-7B07-57CA-9BD8C67C5B13}"/>
                  </a:ext>
                </a:extLst>
              </p14:cNvPr>
              <p14:cNvContentPartPr/>
              <p14:nvPr/>
            </p14:nvContentPartPr>
            <p14:xfrm>
              <a:off x="19668488" y="4945450"/>
              <a:ext cx="57600" cy="781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08C8CA4-8C9B-7B07-57CA-9BD8C67C5B1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657688" y="4934650"/>
                <a:ext cx="7884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F65BE8F-715B-D536-A8A8-5818F0F5387B}"/>
                  </a:ext>
                </a:extLst>
              </p14:cNvPr>
              <p14:cNvContentPartPr/>
              <p14:nvPr/>
            </p14:nvContentPartPr>
            <p14:xfrm>
              <a:off x="19632427" y="4924126"/>
              <a:ext cx="143640" cy="1148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F65BE8F-715B-D536-A8A8-5818F0F5387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621600" y="4913360"/>
                <a:ext cx="164933" cy="1360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BAC92CD-329B-EC0E-8662-DE2F9CD932A2}"/>
                  </a:ext>
                </a:extLst>
              </p14:cNvPr>
              <p14:cNvContentPartPr/>
              <p14:nvPr/>
            </p14:nvContentPartPr>
            <p14:xfrm>
              <a:off x="19065580" y="7064100"/>
              <a:ext cx="143280" cy="1749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BAC92CD-329B-EC0E-8662-DE2F9CD932A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9054780" y="7053300"/>
                <a:ext cx="16452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7EF0B438-CCEF-1B08-A1DE-DE3CBB76DD23}"/>
                  </a:ext>
                </a:extLst>
              </p14:cNvPr>
              <p14:cNvContentPartPr/>
              <p14:nvPr/>
            </p14:nvContentPartPr>
            <p14:xfrm>
              <a:off x="18430540" y="10413900"/>
              <a:ext cx="159120" cy="1908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7EF0B438-CCEF-1B08-A1DE-DE3CBB76DD2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419740" y="10403100"/>
                <a:ext cx="18036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75D50DA-E257-F9E5-34B8-6B28D48C2E41}"/>
                  </a:ext>
                </a:extLst>
              </p14:cNvPr>
              <p14:cNvContentPartPr/>
              <p14:nvPr/>
            </p14:nvContentPartPr>
            <p14:xfrm>
              <a:off x="19653100" y="4333860"/>
              <a:ext cx="143280" cy="1591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75D50DA-E257-F9E5-34B8-6B28D48C2E4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9642300" y="4323060"/>
                <a:ext cx="16452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6D7A2F8-948A-A899-FE03-CBEA7AAFC433}"/>
                  </a:ext>
                </a:extLst>
              </p14:cNvPr>
              <p14:cNvContentPartPr/>
              <p14:nvPr/>
            </p14:nvContentPartPr>
            <p14:xfrm>
              <a:off x="4040000" y="10235920"/>
              <a:ext cx="187920" cy="11484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6D7A2F8-948A-A899-FE03-CBEA7AAFC43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025600" y="10221475"/>
                <a:ext cx="216360" cy="1433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1684542-B2D8-29AB-2F60-4FB04CDAA2E4}"/>
                  </a:ext>
                </a:extLst>
              </p14:cNvPr>
              <p14:cNvContentPartPr/>
              <p14:nvPr/>
            </p14:nvContentPartPr>
            <p14:xfrm>
              <a:off x="3811400" y="11392960"/>
              <a:ext cx="113400" cy="1512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1684542-B2D8-29AB-2F60-4FB04CDAA2E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800600" y="11382160"/>
                <a:ext cx="13464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7FBBEAC-31A0-C4F8-3E1B-5170B6BA431E}"/>
                  </a:ext>
                </a:extLst>
              </p14:cNvPr>
              <p14:cNvContentPartPr/>
              <p14:nvPr/>
            </p14:nvContentPartPr>
            <p14:xfrm>
              <a:off x="12041000" y="11099560"/>
              <a:ext cx="137160" cy="16560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7FBBEAC-31A0-C4F8-3E1B-5170B6BA431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2030200" y="11088736"/>
                <a:ext cx="158400" cy="1868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AEB844A-23A2-925B-9323-39353EEE9A0D}"/>
                  </a:ext>
                </a:extLst>
              </p14:cNvPr>
              <p14:cNvContentPartPr/>
              <p14:nvPr/>
            </p14:nvContentPartPr>
            <p14:xfrm>
              <a:off x="20053160" y="4356040"/>
              <a:ext cx="114840" cy="2034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AEB844A-23A2-925B-9323-39353EEE9A0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0042360" y="4345259"/>
                <a:ext cx="136080" cy="2246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FD866444-9FC8-569C-8F9E-91963FA10A61}"/>
                  </a:ext>
                </a:extLst>
              </p14:cNvPr>
              <p14:cNvContentPartPr/>
              <p14:nvPr/>
            </p14:nvContentPartPr>
            <p14:xfrm>
              <a:off x="19964240" y="4927360"/>
              <a:ext cx="152640" cy="20340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FD866444-9FC8-569C-8F9E-91963FA10A6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9953465" y="4916560"/>
                <a:ext cx="173830" cy="22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7446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3ED4BD-0154-9B68-F86B-7FF1DD699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>
            <a:extLst>
              <a:ext uri="{FF2B5EF4-FFF2-40B4-BE49-F238E27FC236}">
                <a16:creationId xmlns:a16="http://schemas.microsoft.com/office/drawing/2014/main" id="{00AA35DC-EB0B-9764-1B8D-B78A9C2B1ADA}"/>
              </a:ext>
            </a:extLst>
          </p:cNvPr>
          <p:cNvSpPr/>
          <p:nvPr/>
        </p:nvSpPr>
        <p:spPr>
          <a:xfrm>
            <a:off x="1871168" y="1478435"/>
            <a:ext cx="19840516" cy="2108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t"/>
          <a:lstStyle>
            <a:lvl1pPr algn="l">
              <a:defRPr sz="8000">
                <a:solidFill>
                  <a:srgbClr val="008A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/>
              <a:t> Solution Idea 1 </a:t>
            </a:r>
          </a:p>
        </p:txBody>
      </p:sp>
      <p:sp>
        <p:nvSpPr>
          <p:cNvPr id="2" name="Shape 32">
            <a:extLst>
              <a:ext uri="{FF2B5EF4-FFF2-40B4-BE49-F238E27FC236}">
                <a16:creationId xmlns:a16="http://schemas.microsoft.com/office/drawing/2014/main" id="{B17FEC12-CA80-0A87-8501-5E830F4CB934}"/>
              </a:ext>
            </a:extLst>
          </p:cNvPr>
          <p:cNvSpPr/>
          <p:nvPr/>
        </p:nvSpPr>
        <p:spPr>
          <a:xfrm>
            <a:off x="1871730" y="3364961"/>
            <a:ext cx="20570321" cy="2561382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3865" tIns="33865" rIns="33865" bIns="33865" anchor="t">
            <a:spAutoFit/>
          </a:bodyPr>
          <a:lstStyle/>
          <a:p>
            <a:pPr algn="l" defTabSz="550332">
              <a:spcBef>
                <a:spcPts val="1200"/>
              </a:spcBef>
              <a:spcAft>
                <a:spcPts val="1200"/>
              </a:spcAft>
              <a:defRPr sz="3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5400" b="1">
                <a:ea typeface="Calibri"/>
              </a:rPr>
              <a:t>Web App for Information: </a:t>
            </a:r>
            <a:r>
              <a:rPr lang="en-US" sz="5400">
                <a:ea typeface="Calibri"/>
              </a:rPr>
              <a:t>A centralized web platform that provides students with easy access to tool details, usage guidelines, tutorials, and safety information in one place.</a:t>
            </a:r>
          </a:p>
        </p:txBody>
      </p:sp>
    </p:spTree>
    <p:extLst>
      <p:ext uri="{BB962C8B-B14F-4D97-AF65-F5344CB8AC3E}">
        <p14:creationId xmlns:p14="http://schemas.microsoft.com/office/powerpoint/2010/main" val="107006289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FD3263-3B36-FFCB-31DF-66B6A91BB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>
            <a:extLst>
              <a:ext uri="{FF2B5EF4-FFF2-40B4-BE49-F238E27FC236}">
                <a16:creationId xmlns:a16="http://schemas.microsoft.com/office/drawing/2014/main" id="{2C8B65C1-AC68-D6CA-98CC-E16AFC7FE4FA}"/>
              </a:ext>
            </a:extLst>
          </p:cNvPr>
          <p:cNvSpPr/>
          <p:nvPr/>
        </p:nvSpPr>
        <p:spPr>
          <a:xfrm>
            <a:off x="1871168" y="1478435"/>
            <a:ext cx="19840516" cy="2108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t"/>
          <a:lstStyle>
            <a:lvl1pPr algn="l">
              <a:defRPr sz="8000">
                <a:solidFill>
                  <a:srgbClr val="008A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/>
              <a:t> Solution Idea 2</a:t>
            </a:r>
          </a:p>
        </p:txBody>
      </p:sp>
      <p:sp>
        <p:nvSpPr>
          <p:cNvPr id="2" name="Shape 32">
            <a:extLst>
              <a:ext uri="{FF2B5EF4-FFF2-40B4-BE49-F238E27FC236}">
                <a16:creationId xmlns:a16="http://schemas.microsoft.com/office/drawing/2014/main" id="{67E20261-255B-DAA7-0CA9-189A7684C713}"/>
              </a:ext>
            </a:extLst>
          </p:cNvPr>
          <p:cNvSpPr/>
          <p:nvPr/>
        </p:nvSpPr>
        <p:spPr>
          <a:xfrm>
            <a:off x="1871730" y="3364961"/>
            <a:ext cx="20570321" cy="899388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3865" tIns="33865" rIns="33865" bIns="33865" anchor="t">
            <a:spAutoFit/>
          </a:bodyPr>
          <a:lstStyle/>
          <a:p>
            <a:pPr algn="l" defTabSz="550332">
              <a:spcBef>
                <a:spcPts val="1200"/>
              </a:spcBef>
              <a:spcAft>
                <a:spcPts val="1200"/>
              </a:spcAft>
              <a:defRPr sz="3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5400">
              <a:ea typeface="Calibri"/>
            </a:endParaRPr>
          </a:p>
        </p:txBody>
      </p:sp>
      <p:sp>
        <p:nvSpPr>
          <p:cNvPr id="4" name="Shape 32">
            <a:extLst>
              <a:ext uri="{FF2B5EF4-FFF2-40B4-BE49-F238E27FC236}">
                <a16:creationId xmlns:a16="http://schemas.microsoft.com/office/drawing/2014/main" id="{B8C7FC09-AB6D-31E1-476D-842F30FF5A74}"/>
              </a:ext>
            </a:extLst>
          </p:cNvPr>
          <p:cNvSpPr/>
          <p:nvPr/>
        </p:nvSpPr>
        <p:spPr>
          <a:xfrm>
            <a:off x="1871730" y="3364961"/>
            <a:ext cx="20570321" cy="3700155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3865" tIns="33865" rIns="33865" bIns="33865" anchor="t">
            <a:spAutoFit/>
          </a:bodyPr>
          <a:lstStyle/>
          <a:p>
            <a:pPr algn="l" defTabSz="550332">
              <a:spcBef>
                <a:spcPts val="1200"/>
              </a:spcBef>
              <a:spcAft>
                <a:spcPts val="1200"/>
              </a:spcAft>
              <a:defRPr sz="3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5400" b="1">
                <a:ea typeface="Calibri"/>
              </a:rPr>
              <a:t>Machine Status Tracking: </a:t>
            </a:r>
            <a:r>
              <a:rPr lang="en-US" sz="5400">
                <a:ea typeface="Calibri"/>
              </a:rPr>
              <a:t>A real-time system that displays the availability and current status of machines (in use, idle, under maintenance), helping students plan their work efficiently.</a:t>
            </a:r>
          </a:p>
          <a:p>
            <a:pPr algn="l" defTabSz="550332">
              <a:spcBef>
                <a:spcPts val="1200"/>
              </a:spcBef>
              <a:spcAft>
                <a:spcPts val="1200"/>
              </a:spcAft>
              <a:defRPr sz="3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5400"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9764989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0B2F31-38E2-07B8-DBC7-C38F0E8DC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>
            <a:extLst>
              <a:ext uri="{FF2B5EF4-FFF2-40B4-BE49-F238E27FC236}">
                <a16:creationId xmlns:a16="http://schemas.microsoft.com/office/drawing/2014/main" id="{92DE6553-7BA2-D41A-F7AD-C3AFFB03FDC1}"/>
              </a:ext>
            </a:extLst>
          </p:cNvPr>
          <p:cNvSpPr/>
          <p:nvPr/>
        </p:nvSpPr>
        <p:spPr>
          <a:xfrm>
            <a:off x="1871168" y="1478435"/>
            <a:ext cx="19840516" cy="2108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t"/>
          <a:lstStyle>
            <a:lvl1pPr algn="l">
              <a:defRPr sz="8000">
                <a:solidFill>
                  <a:srgbClr val="008A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/>
              <a:t> Solution Idea 3 </a:t>
            </a:r>
          </a:p>
        </p:txBody>
      </p:sp>
      <p:sp>
        <p:nvSpPr>
          <p:cNvPr id="2" name="Shape 32">
            <a:extLst>
              <a:ext uri="{FF2B5EF4-FFF2-40B4-BE49-F238E27FC236}">
                <a16:creationId xmlns:a16="http://schemas.microsoft.com/office/drawing/2014/main" id="{136CC9C7-85A4-A852-11D3-3682346F731E}"/>
              </a:ext>
            </a:extLst>
          </p:cNvPr>
          <p:cNvSpPr/>
          <p:nvPr/>
        </p:nvSpPr>
        <p:spPr>
          <a:xfrm>
            <a:off x="1871730" y="3364961"/>
            <a:ext cx="20570321" cy="899388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3865" tIns="33865" rIns="33865" bIns="33865" anchor="t">
            <a:spAutoFit/>
          </a:bodyPr>
          <a:lstStyle/>
          <a:p>
            <a:pPr algn="l" defTabSz="550332">
              <a:spcBef>
                <a:spcPts val="1200"/>
              </a:spcBef>
              <a:spcAft>
                <a:spcPts val="1200"/>
              </a:spcAft>
              <a:defRPr sz="3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5400">
              <a:ea typeface="Calibri"/>
            </a:endParaRPr>
          </a:p>
        </p:txBody>
      </p:sp>
      <p:sp>
        <p:nvSpPr>
          <p:cNvPr id="6" name="Shape 32">
            <a:extLst>
              <a:ext uri="{FF2B5EF4-FFF2-40B4-BE49-F238E27FC236}">
                <a16:creationId xmlns:a16="http://schemas.microsoft.com/office/drawing/2014/main" id="{499220A6-D97D-824D-AD14-7E9AA7102F61}"/>
              </a:ext>
            </a:extLst>
          </p:cNvPr>
          <p:cNvSpPr/>
          <p:nvPr/>
        </p:nvSpPr>
        <p:spPr>
          <a:xfrm>
            <a:off x="2420945" y="3375641"/>
            <a:ext cx="20570321" cy="3700155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3865" tIns="33865" rIns="33865" bIns="33865" anchor="t">
            <a:spAutoFit/>
          </a:bodyPr>
          <a:lstStyle/>
          <a:p>
            <a:pPr algn="l" defTabSz="550332">
              <a:spcBef>
                <a:spcPts val="1200"/>
              </a:spcBef>
              <a:spcAft>
                <a:spcPts val="1200"/>
              </a:spcAft>
              <a:defRPr sz="3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5400" b="1">
                <a:ea typeface="Calibri"/>
              </a:rPr>
              <a:t>Materials Database: </a:t>
            </a:r>
            <a:r>
              <a:rPr lang="en-US" sz="5400">
                <a:ea typeface="Calibri"/>
              </a:rPr>
              <a:t>A structured database that tracks available materials, quantities, and specifications, allowing users to quickly check inventory and reduce uncertainty before starting projects.</a:t>
            </a:r>
          </a:p>
          <a:p>
            <a:pPr algn="l" defTabSz="550332">
              <a:spcBef>
                <a:spcPts val="1200"/>
              </a:spcBef>
              <a:spcAft>
                <a:spcPts val="1200"/>
              </a:spcAft>
              <a:defRPr sz="3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5400"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655802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White</vt:lpstr>
      <vt:lpstr>1_White</vt:lpstr>
      <vt:lpstr>Brainstorming and dot voting</vt:lpstr>
      <vt:lpstr>PowerPoint Presentation</vt:lpstr>
      <vt:lpstr>PowerPoint Presentation</vt:lpstr>
      <vt:lpstr>Discuss and dot vote on the most important and feasible ideas. (Each sticky note should have list of at least 2 solutions from each team member)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cp:revision>1</cp:revision>
  <dcterms:modified xsi:type="dcterms:W3CDTF">2026-03-25T10:18:25Z</dcterms:modified>
</cp:coreProperties>
</file>